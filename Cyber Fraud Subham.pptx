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69" r:id="rId10"/>
    <p:sldId id="270" r:id="rId11"/>
  </p:sldIdLst>
  <p:sldSz cx="12192000" cy="6858000"/>
  <p:notesSz cx="6858000" cy="9144000"/>
  <p:embeddedFontLst>
    <p:embeddedFont>
      <p:font typeface="Poppins" charset="0"/>
      <p:regular r:id="rId13"/>
      <p:bold r:id="rId14"/>
      <p:italic r:id="rId15"/>
      <p:boldItalic r:id="rId16"/>
    </p:embeddedFon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Baskerville Old Face" pitchFamily="18" charset="0"/>
      <p:regular r:id="rId21"/>
    </p:embeddedFont>
    <p:embeddedFont>
      <p:font typeface="Inter" charset="0"/>
      <p:regular r:id="rId22"/>
      <p:bold r:id="rId23"/>
      <p:italic r:id="rId24"/>
      <p:boldItalic r:id="rId25"/>
    </p:embeddedFont>
    <p:embeddedFont>
      <p:font typeface="Inter SemiBold" charset="0"/>
      <p:regular r:id="rId26"/>
      <p:bold r:id="rId27"/>
      <p:italic r:id="rId28"/>
      <p:boldItalic r:id="rId29"/>
    </p:embeddedFont>
    <p:embeddedFont>
      <p:font typeface="Inter Medium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-629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patelsubh2008@gmail.com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2462260" y="1557367"/>
            <a:ext cx="7230903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Cyber Fraud &amp; Digital Security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6993731" y="3765202"/>
            <a:ext cx="42838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6993731" y="4108102"/>
            <a:ext cx="42838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46" name="AutoShape 2" descr="data:image/png;base64,iVBORw0KGgoAAAANSUhEUgAAAagAAAClCAYAAAAJW2mqAAAQAElEQVR4Aex9TXLbSLbuScjx2jOpNlCUVyDVTH4Tg+6edZRNR7nf1PQKLK/A8gpKXoHl6buusOyKO7stwZO2405KWoGl2oClmfuGibzflyAokMQfSYgEoIPAIYDMk5knv5Tyw8lMAJ7opggoAoqAIqAILAEB3/c3fP9v/pX4G3nFKkHloaNxioAioAgoAgsj4Pv3+13//okR76uR8PhKvK8MZ7ykbEpQKaBoUEMQUDMVAUWg1gj4vr/ddcQkr2HoFuQS8jEhvN4yIq+hF/jwsBA32pWgRlDoiSKgCCgCikBVCIBsNo14gYiQmM6tyNPj4GgD4idkg+HQIVHdM9BHutGwnye6KQKKgCKgCCwbgdaXZ8Q7FJF1yKmVsCfinfnj80/biJMgODpA/CbOTyHwplw6nCKF+9UfRUARUAQUAUWgIgSGc0r0nC5BPr4nXu9q3imeg/L+6Pr3L3wMAwZBcAE9kJg4T8oHkdEUjz8qioAioAgoAopAVQgYkV3BhuG7XZIPTuP9I+JeUhBwDlk3kacl0DtD+L5gM2JdeiUogFHHXW1SBBQBRaCJCPjRQgd6TzA/5DAfjtEOAgqOgqO9I4gVrx+FSmd4lFBCR1Ai9iHDPP6oKAKKgCKgCCgC1SBwy80tIa+P8IoucBztVuwmh+8oRsI9ibaP0UFkqM+5KPEx9KcEFSOjR0VAEagIAc1GEchCwDwBMR1ToHEP8tFK6IbzcB7vQ1K7taEEFUOiR0VAEVAEFIEqEdhIyQzekn0Th2PI7xBe00l8PTwO030/U4IaIqIHRUARUAQUgcURCIL/Coa5bGGYbkg2UQgIKTgOjvs4PmeIFfmVw308p0B/E0fOX12CuFZCUChfd0VAEVAEFIH2ImDes26eeJPDdwyWo+CIiyHgTYlguI/nwg36fR5FrFtc4UUX+qsIKAKKgCKgCFSDgBXjSMeK7Pq+Hy+aGMvcirc3DNi67993etB/wTArawc8evxRUQQUgZIIqJoioAgUIhAN8zkvis85BaGYEyteN5TQEQ8zoI5FGCUUuTDiuaFBI/KKcYLNg+iuCCgCioAioAhUioCVQR8Zcsk4SMoeeBL6uJ7Yv2OeKfRBSq8RsQ45Da+Wn4sSFBDRXRFQBBSBG4DAUqsYRK8vAilFnhSH74x4X7r+/TNIADnjNcMFG0jqlQWJMR0u3a4E5WDQH0VAEVAEFIGqESDZHAf/7FkM5YlYLi+/RBl8cwSfgeIR1/YN44+Co13qI360K0GNoNATRUARaCQCb8+t3FT57czN29S93TindBwc94+Dow14ST+QkHjk9THCGZ9WByWoNFRuaJhWWxFQBBSB60aAXhIJiceispSgihDSeEVAEVAEFIGVIKAEtRLYtVBFQBGoFgHNrY0IKEG1sVW1ToqAIqAItAABJagWNKJWQRFQBBSBNiJwUwiqjW2ndVIEFAFFoNUIKEG1unm1coqAIqAINBcBJajmtp1aflMQ0HoqAjcUgXYQ1LsvG/IfX/xcefdl84a2sVZbEVAEFIFGItAOgvou22K841z57vVFN0VAEVAEFIFlIrBQWd5YanoZRZ7IVPz5nvxHivx2vjvyaP7/l+2xcvRCEVAEFAFFQBEoQMBz5BK/x2rgfcn1QlK9FHkhJkWs/DrKy/P+iN6V9ecJjgfy25994bBcgXEarQgoAoqAInBzERj3oK4dB7uFIp6Ita9l4J05sqLXhkDdbyYCWmtFQBFQBLIQ8LIilhDOj1M9AVF9AVHtL6E8LUIRWA0C8QhF1rEhb6ReDXha6k1GYJUElcT9mbz980SH/ZKQ6LkioAjUGwG17roRqAtBoZ52SwZrgZIUoNBdEVAEFAFFQGpEUGwNkFRoDnmmoggoAorAEhE4FysvlypLrFxTi6oZQQFGa+65VX44bfiu5isCikBTEDD2TP7R2VuqNAWbFdpZlqAuxdiPuRLffYi8GumJOZ2rbtbuzZVOEykCioAioAi0BoFyBGXsifyy6edKfPfxuLM70nv847Y87hgR80hE3kDK7h3Rh3vLYqV6ikD1CGiOikANEChHUIsa+vjHQxBVX9bCO1LWqzJeT3RTBBQBRUARuLEIeEut+aM7Z7I28FHmOSR/N6KvRxLdFAFFQBG4uQjMSVALAPbozoUYUzzHZOzGAqVoUkVAEVAEFIGGI7B8giJgv/x4wIOKIqAIKAKKgCKQhcBqCIrWcFUgjyqKwJIR0OIUAUWgGQisjqBWhc+7L5vuMyDucyDne+49gHwXWp7wcyJv/+yt5C0XtJdvf6cNeTYm46g7ki/RhxyX/fZ42j36NAtwju15e34oSVvj80VWbbJubB+WEedXdHx7vu/e5M80Li1wos2r+rvUchUBRWAKgdURlDWbU9YkA6w5S14ufG6kDzKyEn9SxH0ORF6IyDPhw8F5ws+JiH2HtF+Rx6EjOCS8tp0dLgn07fkZyvzi3v5OG/JsTMZRdyTesfAzKQOPtlv3zkN23qMOes6OmTaSgGLyjInn7fkFMLrCmWWPbBHi/VCStsbnRjZk1o1lsy6sG9uH5cT5FR3Z7tSnuLTescM6eqHrmSPRt+cHjsRIYHkEGttBW9KkqF7WbLvy0tKmhv2pH98swrQJ8VbmeHPFRBrxDppQ1Xlt9OZNuFC66E61k5uHkROpdssvr3xZD12Hz44jr9Mqn9+4Ju/o+SkSEqhIVTYnyrBbws571EGjY/7ule/w2BlHxPnV4cBPp7hOXiLiEVlPFHY9pyQM2sCyo7pUXU5HonyfiKubfSdrJvuN+6HddPpMkybF1q3npp/Mk+UV56kadUcgfnZ0kWPL5/O9lbThwCtexeeF9X4nHzsNzwsqey0TyY5vdHcdolx/Jz9vw0ed4zUQZwmD6LXRU6PHI7IaG0qYqSqKgCJQDQJeNdnMkAvvwEWeFKR4I3xmqkCpBtG487WvFyYpkhPJTuzWgnVqb3KSE992L/KwvZXUmikCikASgeUSFOdVOCyTtCDtfC0s9rDS0q0qjHXifMw85Y/ISdbnSX4j0ozISQn8RrS3VlIRGCKwHILinAHnbKJ5lWHRGQcjzxviPY1XwHgHM6/yY8freRzKVHIaR3P8auBhIljJaRyUFl5plRSBCQS8iev0S6644+T9LMK5ApISV0VxzoBzNum5J0PfyC+d7MnopGb9zjsSev2ZzBp4rGtnpjQi5+5t8SJvJF4FlHyDPJ8vo8yYaW3VoyHhWYf1orfvi7wfYUSsiEtSRC5rW281TBFQBEp/sLAjnLyfRThXUI6Uomag5/S4M1sHH6Wc9fdy2MG/cp0X37Ruw65MibxExueQ8ruVXSm7RUOCRXNxcW6XOHnlXrb7uLPp3hZPrOLVP8k3yMdvnedb5CnGPEXa+uxJgkieW7mQyY0eprX7k8E51yBttOXjzsYQo97Y931ibOIj9YiRe4lxTq4apQgoAitBwFtJqclC2UmF4U/FnlMy0Vznb9DB/yDslNhBsVNnB883rf/jTiBT0tmD7qYYeY7SSBA4FO7lPxNivJJkZk5hNz9bsjvX0Gc4qPZ5skIIoEDMSPhrIfE2wPFKiH2a/L87J0g5vkceaZnhz0t3g+FI+04wnkmJq0UX5NwKD1z5rHOaFJqANk5LlxXG8grzVAVFoPkIeCurwoiYNn1J65yqNszKGTr46bt0Kdg45BiGfAN7OZJa86ibn2n0HFiJYSt0XHz7+6IdaL411ceG4YkjfL4YeJHcy3mkl8L24Q3GImUtkpbtw/KzpChvE144vLLST4azvKI8ryHe7m1v2L0df3myPfvD29dQb2ZpX9/ehPgqt0thQMyqEK+KTObKg8N/XFrtntb/Utypz1VIRYkcgZpyw49WtqVoC71ekQriL92nSRbt5JFRI3eubhTpFNpuw95SbnAKDclXaEfs7W0x4fHSRFBeXYDzpI8JkWMVKYeBVLN51WQzdy7rSPlE+DocLqiI5mUQVMOdQ4H0+opMM3azSEXEFhOUkb25PD5pyVbug5VvnOfRkiprNRQBRWAcgVUT1JU19KhIVHxH3FVozc68g0oMYl3zM7oUL6ymrPxy6hvr2WKv2t5wjOrbempZqxBYXWW81RWdWfIz90JTruDKVFlRxGAwPZE/qynR0FVRquBGe09Ehy9Q5TFbLtV7ygZHYxSBNiBQkqDMae4qpazVRqNw4ZLtNwCs3EIDvvInNHyAFUlqtLu5qAXtMVI88WtlcSKUxm8c/s2uhLGKUTY6GqMItAKBcgQ16yqjyVVHbjl3py9c4h09l1P8fBGHwfhgcCtgTlTC87YTVxmn4exLpTNyWkJw9UWUmYsMzc3GqHrUNUdFoHYIeEu3iK+H58OmIvSo8os38kKiJdn5ek2KDaXYgxLdFAFFQBFQBJZPUDHmfKhS5H18mXkceCUfaM3MQSPaiIAxOsTXxnZddp20vFoj4K3UurWwDPn0VmqjFl5PBMrM5dXTcrVKEVAESiKwWoJyT8Sb0wJbO60b5iuosEaXQCD6cGIJRVVRBBSBpiKwWoIialyAwWOefJcSD7/KNWzXkGWZoSmzdrPnqW5J8fsD1YMS3RSBtiOweoJqO8KT9bODi8mgqWtrS6z0m0rVngDnWRdUx9xwjArg0WhFoA0IrJ6g+K2pNiBZtg63pHhy3xidd5OCoV8+hlDHh7llju2a/gfmsESTKAK1QmC1BBW9VaFTK0Su25hHd+hBFTwHZrckwua6ralx/raYyMO1thD5zfofqPFfnZpWLwRWS1BrptzH6Pjgb71wW9Sa4odMPW9v0UIand6YYoys3ZMmeFFlXjL87kt75lkb/YenxtcDgcgKLzqs4Jef2eAwTXHRBd5GcQb10zBlXuP0UN7+ubiHUOrNFfVDSLxBGYw6MvAWJ/I6eKvlPsFSw4ZSkxSB60PAu76sM3Lma2z4aQ2RJxkak8FlOqrJNPW+5qc7REoQrz2Ye6iPnsXb80Ox8mu9wciwLhoKLX7biMgz+e3Pct/qSiuKr9PyvD/SoioLs6Z4VSI/zsg2q6xQzUgRaD4C5QjKehtCYplnGIJp6AnwMxpvz8+En9Qo5zlF6IZhOz87YaVMvdbFfdTxz/KeFDs5droD70xEHkKau2d/TmO8Tta+FtZ5PDT/iqTm/h7lRb5iBbFGiufTRDrCFySz/aT120fUkC+QLhL+DUO1BnsoHHIusrcN8edSo80rZ4vdcsQy8L7I23M7kzCN2Hco5xlktslgjt1X8QZxFFy7/VbI+bcyfwzrQvzodZLo0zowhjGOw6YkJr7DUATpalfr2Qzi3CP/BsqkYp1JOCQe3hSlpeFNVnyjRFITme3vMS3PMmFeWG4UgDdubD9nI25KaG9SfjvfdURMz5g6Zcqup05gXvz3XqHsfa4NQZmn3wLz5Nte2wV/LrXBHLZISYKi6tLlUjzbX3qpyyrQDWGZ3dLFsfMiUQ28r7hBOBMSFuXt+QXmYb46UNYjVQAAEABJREFUEhPhsOl66TyboBj9DZT8TIt0hMTDmyLiQnwoJC7eWNF755CgQG+ZdXfPdZmiN6bEFq3jBDdzuKmjvUnhcC2JOPKM+9DTvYkIqM2lEagvQRl03u4fu3RdmqcYzUWVmWeZrFtHSFiUNnhKk7VLXvNvgH8LybBy5+sJjJbjKeXZZYQes1S4kcgqzE6zUgTqh0A9CYrfjOJnOeqHV/UWuRfmlr67rr78JuQY/S3MQ+T1qZ2rQ8XtXIfVh/VBWC1pIQJ1I6hL4Vd43T9zC9FOqxKH+tYGvozenCC6pSHwuNNHcLNJam3AxS5lhytR3YJd30dYAJBGNx2BOhHUK1kLN4UT401HdVb7SVKPf+T7917NmjRfH3fsVriyKF+tKbEkKXrXItV18swryvP6UeBwZRjiZqQi+5v6jNv1I60ltASBVRPUubADXQvvyOPOrrCjbgmwc1WDGNCDLLtyLbuQc2Gn60gv5PLYbM2mxdC7XgtJ5sUfu8yvG7x1eeluiphnvm51sVyVSvsXb2ORGn6duTqg2p9T7/cdf2H5z//L/4XWggWCCgNHEvyHmZSqh52Yv8gbMfJcwvAnkBI8ps4eiGmxpY38PIOVl64eWUcJq+mos/KPw8Ur83xT9h8UPchfNn031EmseIefrT0Z814cMXU2Je50K8cGOMZ1zTqyzEnLqrymJ/K40wO53EG2byAzeFTwKvn3txbGf3sXSC+5fzus56Lt6goZ/tD+qzZ+Pwyd7cD/pTKfbpktV9VeJgJWjmVRGYT7yzR52WV5bkjtH5094T/MpPAO/HHHgEjyhWTDO/80WQvpHUXpmT+HaX7p7AvvJKuqLf/hWYdcuRNUUlxuGR3g+ONBNeXAXmL1uLPhyIqdKjtKCjsnkVf4434ZSdhFZ/0D2qk3IqbYiKqxIYEWYcAy4/Kv88hyYoz4N0hyJj4UEXb8VxiJeQSM8Lf447bw72/SWy+qU0z4VdaHWEZE+4NrY9pNYdtOtbGgrdHOrCf/J93/0o/lnq+q0mbNSxFYIgJeJWWRbPjPlibsROJC9DgfAsSVnWrcibrOqbMr8TXjJzvc+Upqbir+DZJEYkzY8XPIdHSNzryuf4tsO7bhyFa07VQbd/bczSTr2dxWUssVgZkQqIagZipSlRUBRUARUAQUgWIElKCKMVINRYAIqCgCisCSEVCCWjLgWpwioAgoAopAOQSUoMrhpFqKgCKgCDQXgYZargTV0IZTsxUBRUARaDsCSlA1b+HeO3/DPcz3fmevlya/3+31Wv6wXs2bSM1TBBSBa0JACeqagF0kW0dKH+7u9j7snMjat69i5Vj4mYU0sfadDMI/oHvR+3D3sPdhh++sm7F4VVcEFAFFoH4IKEHVqE0cMf1+d9+RkthfYdoWpOy+LmIfQvk1SOoMokQFMHRXBBSB5iKgBFWTtuthqA7EdCbWPqvApA7yIFEFvXc7mzjXXRFoLQJasfYioARVg7btYTgPxPQOpsALwm91+z1ZkxOdo6oOUM1JEVAEloeAEtTysE4tCZ7TPobmOJyXGl9B4DrmqAIlqQqQ1CzqiYCVl7KoVPky4Hqi1Eir2k9QNW6WHhc0lBrSM+9FzHMx0pU17ycnPDfmkRjzSkTOIXn7uiMpHe7Lw0jjmopA/A7DRY58j2NT699iu5WgVtS4Q48G3lOOAUbeyEDuHD741IPsH/78OTj8+79OnPD850+Hhz9/2j188JnzTE+RUx5RrWO4T99+DZB0VwQUgWYgoAS1qnaKvuOSNed0KfCOQEj9w0efS30rCyR1IIPb20JSy67TVo/zXdnxuTFccNGD15f+PNaOn5U4Wp244/cmP9CW8/yWK2tSn9cZaaIy7vacbR92Atg58+dVojKHeUw+cwbcaH9WHecN540KbO07u6fK3OnTpnnz1nSKQNMRUIJaQQv2uGJP5F5G0ZcYwvPhGc3s7Rw+Ci5IavkkZffYmWeUnRrsOlB0+vDAvkDhNfJ/MSVWjqF30ft952CqU731bVsQPyURSSPLlN2T/pQ+85hIw7JYprjnxew7Z5cIsaVI0UYsYHcfcuLqx+fKjEzXj8v+UT70LMuDZBJyUZmM75HwPuycYej1D1ynYyrymjb1PuycQPSxAQCl+81CQAlqFe1t7W5OsbscwsuJL4xyJCUG81apqhjq+3epzs51/iQmdpRRp5+aYSJwXaw8Qae6lA7VddprciIsU2bferxRWPt2gpSvIeWfObPyRCKymnkZ/9BjOhESnkgH5ZbZaRsfG9AVmWXQUp16IFCBFUpQFYA4SxbsoKCfdXf/0Q3VQWHhffAXktBlej6WcelRw1BnJzt/kSxbh5qph3WEvgYB7ON4LXsPnhoyJrGwLJzOtrv09JZEOrOlHNO+58gYQ49joRkXDtNByKFHEk6GVm7wFjwuXZGZC5FGtgkBJahlt+b3sJdZpJE9qWjjcJ9YySKILXpHkrElOtL1DJVywdY+c15OOe3SWi5PK09KJ5hQjMhp/vQT2dFrPEaexUN+g/AAafMw5Q3FR+jk7W1Ykblp93b89sv2Rl5DLjPOvr69CfGLRMTUxmbBpgQFEJa6G8nqyE4xNMe7a6lsC2/vY06mmypy+yKtHM7J4C6d8195HWmcNO5Q2almrSDcFyubMrXNHcC86DnNlQEXI8CePHK7BF5vJF7Wb8wj6L8UkVNI9m7lMJf0OZwoku458Rket1rz88bhg88+xGAe8icxAjskbcMwrZDspKHbEzHhcetFbm/Xpn04p+vJsRSJ2PS/0RVVRAlq+cCnD5mhg6vaFHpRJL1UeRSkEpR433ZhR96w16VYeRktf/8cd6jsVDcZJuzYRS7laiPRVeYZIts82xCdvTvP0MiLDA3YbJ6DHDaAV3+0rJ9L+R9+3kP4dlQ/IRmnZVFAGjbDc0aZzH9itSbnIWkHCuLjAzhM7fdKeW1TyTRAEWgOAkpQS2wr10FmledJICvenAeQ3YHTulN00tuHKR0qI7kknh27DG5vyvjd/9ykwnwLBJ6beU6PAyRikjKVbmIFYCL+EulBsp/2E2FTp1H9PvsTdUvqZZNGuhd56fBK5jBxjvocCG8IJsLdpTW77qg/S0dAC1wOAkpQy8E5KiUMM8d3cbe8coKSNZNxl+/MBznd9tlJu6ucn6Hn1s/pyHNSzxIF7+PB50128vQ48lIObw7Svdc1zy9Kn8wbbdXHdbonNRtplHrGTThUO+6Vonju9iF/VRSBtiKgBNXWlp2rXpYdb3rKgfRIPOmRGaHfb/MOHx5ORvwiwZgbIjGVziLMqBs8vVnIaVSekYxhS/vQzeNJqW1rSJy5yhHuJvUGpkz63Mw1UhGoMQJKUNfROFl5huJL+ob5j/SIZYUOO9X0CVJ24hNzJGXsch2rMSSpMurldWgP5obKJ4CmtT38Tu+etz8dWBwCL4qEkU6+t/6d0s7mIjXXgc0gunFtkHEPw31jQ5ju+u//OhnX1CtFoD0IeO2pitZkIQT4toesDObsxJnd8I0Y6R05FeaRGe0Zkm/aPNjlXN7TyGaTTg6hTVm9ZbkycpTy6sQ+7H3YOdMFD1eI6JkiECOgBBUjsYxj9kIIrnRbhgXZZViT0qlG6ot14sjDCL0NqWibnVSyyTedYMoaam359IPbJKgsou6Ida+KAlHd3e/9frc3JNWyllSpp3kpArVBQAmqNk2xYkOs3ciwIH0xQIZyanAo5RYDSKmtPCkUZ7fJ56LmFcl+pm2qZDfcueZxmDFvOBdEZZ+5j1euffsKz+oEZOUIaypDDVAEbgAC3g2oY32q6Hnp8xCwsFfydTlQbd6e7Tmuui4dkMyLuUUkfVVgRq2cJ7rmcX4q/6Hfq/RbICtHWCCr6EW8GW9zv0qiZ4pAexDwZq2K6s+PgOugspLnDLFlJdHw5iHAv4HDB5+3xZhHkv1CX0nZ1sXKExmEf/R+vzvXwo6UPDVIEag1AkpQy2+ejLtn26/aFM5j9OCZpco7f6Pq8jLzy169mJlkSRGnYqQrVUsoB1KwcfFIvDJPSFbRl5FPC5JF0dE7Dk+iC/1VBNqLgBLUstvWmKwFA1skkkrN4WuLrBxLmvyf/9ksWdZMw1ipeXpStiy53m0q9wsuF69cZlyS78jq50+79KwgRhxhmlewNmtRBaIEfy/qSREIlfYioAS17Lb1zEFmkVZKPRMjJTZ6T+jodjNUzznUNBaXM0+08MOgVnxZ5fb9dpa3sb1Ks7LKjgjTERaJ/Sn00hdW0JNapicMQ3RXBJaJgBLUMtFGWUNiyBrKuYfJ8GqG+tb+TSLMWL5upucwsjtxkTDMIjrUKH/v/X63B40OZGW7W0EnkuaNrM9LvkyHtgpSpcKFDPCoDty7DUXSSSr1oeCVQa0FXyMCNzFrJajVtPo0QVzZsc/O7+py9rOe+5ifzXpP26UM/kLyGst42ImnE6eVJ+5FsmMpii+cF2dtXl2LM6lKw0ggadu85Bu9OonDn9PyP+HYak1iByKzKVJq+b1rGyN8jkqmttSHgqe0NEARaCQCSlAraDZ3VyySTgYi0Qfpft+Za1jMkRMIJbNaVvZdh5emYCW9ExRsa/zekT/bwopb30hOK/WeYHm8T5GyiwBWs94QkHDE2ixP93TyhbrD6zQPqOPycoYU/qTbX5hMFRSB5iKgBLWqtlvzsjo4WrQuVo57v9/dd14IQwqkB0LDHfoZ0j3JUT3lpzIy4/NXn23J2regTIdKm3v04qzk2ZJpxnVEcF4H+aY/dDwIg7IkxboJyBp5ZQyfCklZprYsD2gtZbh1KjEDzGw3B0xSvdDj48cbVUTKYEC8qm+FeXIMhSMIZWyuSkeq2LwqMtE8Zkcgmosyz3NTYhIcpPCVnT3Ip4+jH+vzvIf5Hcg+4khMx4jL81YuJZ8Uxd3pR8udkVXqDpKSE/fmhXc7nMAfUyJ59T7c3YXNtCdJTmnzP2Npl3JhJGsRyrqQpD7s5N00SI/xa99ORCT9pbrwiofeMVSm9oOpEBfAd/EBM3ee82Ntuu2eoT05CauLMnufz8yL/95TKYkB8KoO/cVyMk+/BebJt71lyWLWXqVWgrrCYulnhw8+7YuRrM96X9ljhZ39a7Hwqj7suLkMnmOY6R3kGRTziAnR2I3pR6SI87z9+1/YEeYRyrrwo4Zr8gUd9gUkXihwBs/ii4j9FdmvQ+KdQ1vMM75e2dF5UdkETJtfoz5nPXh/joRBSO5IT/bDzhkMfw3JxjrnBsCVnflgrv0V5QYod3QDgnLcHpH+Du9+00nx+18Y53Qb/KOmKwKpCChBpcKyvEB0XH3J7jSrMORSjHT5rE2ZzNz8VPE74+Ks2KnHiwQyOm6zh/LZucdpVnoEDruwJ++moAPyfwKdFzD0tTvSkxXJqB+0ov1p4Q3A4C99qF5C0vZ7cnUDEjjC+rBzEpG+EOPpNFZeuvaajtEQRaAVCChB1aAZXacp8hSmZGtTNL0AAA2XSURBVHVeiJprP8Wwng8SnOku23W0Rrg8fDF74B06L1HqtQGPvsC2iqwiRk9zhvZGxTgyid7FxzSj8JQTEhIl3WuKEpwOv7QbXemvItBCBBpBUC3EfapKroMb3N6sqONEB2ieI89tRzZTpRUHoBMPSG7QPIXMsaP8nz/350i4lCSoX1/4iqGs54vKWfFRBrINnA/KqYu49mA7i3lfNs20HtIObvuO8KYjNUQRaA0CSlA1akp2OK7jHMgdscLVNOezmYeOC54YOsyNKjwXdqbIaxs20LsrR1T0TGB/FeWj3Gvd4bkeRg/BmucoaAaszXvhsOmDzyCJzzMPX7p2fvCpxzxkNqJiG8Bb+9RjHqKbItByBJSgatjAXE3H5eAgh03cod8R3umTsNJE5KkY6ULXgBT4WfDSd/Nlq468DyDbzhaWRzsEnbTIRyEh8Zo2Dm7/QIKl/WN58y0VsBG63TFZ83bH9JIXoRyM6cbp89LI7Bs7euC2j/pFWMf1Y71YPwrrR6ENrCPIBfUsOWyabRPzQNk9kOQPrq4sg8IynQBjd22ew5v9CTbO5K1ll6wxikAzEPCaYebNtZKdPe/0HWE9/Lw3dXzw+YAd3TIQcrawPNrBTpoeBIbxnE0/fzpkZ59mB8Np45T8/V8nafoMc2X9/DmYJQ3TLSKuzLh+rBfrR2F9KbTnUXCxSBlpaUf4sAwKy3TyqeewffBpn95sWloNUwTajIASVJtbV+umCCgCisACCKw6qRLUqltAy1cEFIGFEOgNnw1c8BgsZIQmvhYElKCuBVbNVBFQBBQBRWBRBJSgFkXwJqfXuisCioAicI0IKEFdI7iatSKgCCgCisD8CChBzY+dplQEFIHmIqCWNwABJagGNJKaqAgoAorATURACeomtrrWWRFQBBSBBiCgBJXRSBqsCCgCioAisFoElKBWi7+WrggoAoqAIpCBgBJUBjAarAg0FwG1fA4ENnq/7/jLlDlsvHFJlKBuXJNrhRUBRSAFgS2xcizLlBQjNGgcASWocTz0ShFQBBQBRWCFCCSLVoJKoqHnioAioAgoArVBQAmqNk2hhigCioAioAgkEVCCSqKxpPOuf98mZUnFphbj+/6m7//NT4rUeZuwDYZvJG2Pzv3NCTW9VAQUgQYioATVwEarwmTf/2uv698/M+J9MRIeJwXh9r5/f08SG8ICiB2X7kFCZXTa9f962J0g4fvT+U3kNU7acXoSzijjxInv3+9D58SI9zVpe3TufUHcmQ/ylcTmg4i7E3YVXU/anchOTxUBReCaEVCCumaA65g9Ot19I/YdbOtAUncrtoQXYnqpicX6k+Hl8ptMNX3t+/5G178PYpLXiN2CZO5BEJxlRjYswke9I1LuHnRRf7ThXsOqoOaKKAYzIqAENSNgTVf3fX/bijwrqocV77BIB/Hr9EpwHO0+PDNcrEMmdlOC8CaSTFzC9g0jXiAiW5CC3VKvQKdJ0be2jQhI2TyB1SXqDy3dFYGGI+A13H41f0YEPPH640nMeyvhD8fBkaHg/Cd0hK9EBpMd/MZ4uujKk3DMizIT15FW8a8Vr5smIt9P4tRG1g5kipzsG9pM22OxYh7ZSBfqyf37iZ0oJxnL88n4UEKWySgVRUARWDIC3pLL0+JSEPB9f7Prdw+6GLqBcG7mhEM4PoZ1YvWuf59zQCPx4QnFcTxCf7+b0PEjT4ZRY2JFtiWx4fogCIKLOAjnJ0fB0S6Oo7BhXOpdO9JPDOeZ3lCfh3P+lJEg+C8UmSaRbb6rr32YzAtlPz0OjvtIOCIxwRYE/zwMkB9Ox3boXTA8KWMKuEjG8RxBG90ErrgWfzj/hXDrwy5KN6HDtqBeLLxOxsfh8dFHW3WjebuzbjRHdtLFNcOpw/RGwn2ex4K6cw7O/T34sCEO16Mi0CYElKBq0JpGvBMRkxy62UIH9MJgOAudz4Zcbfdw6sSb8ISgz2E7FxfpDJAnzqZ2e5YMMmL3ff9vEyST1Eg9/5gI3YKNm7wedqjrPIeQnMbKQtjc+2R9kdHHIDg6wPGa91vEf4QryGLPCIfaZEjYjKfISMdO3wTwpmAUnzS463cP0AaYD3TkG88JIm/70Ay90WF+CEumFOoO83Tlj0XqhSLQBgS8NlSiBXWIO/XJqmyhY95jIDqpsc4Y1yNPJYVgToMgSCUHOz301UFHeNyF9+bDM/ATXhvLTRN00MF4uOcIzhtbHGEndISd6XiyxFU34YHE5yCDkddgpzv9g0TypZ3CjhdVFRa1m7sxSWZ5GV9YMZMYxlE1PKpJikD1CHjVZ6k5zoHAKTojzJt4XRHzXhKbFXnmgzSG3sKo84JKB+HOc/EkdASBMLcbkczOOxq2sm9kettCutdGvDMSlSS2uJxEEIf/TuNrI9aVb0XcUbDZcossoDna7+FsTJAfPQ8Eu51x7iT68VIJOIpbyi/rD0/yO7GYq8DJdhOxnE/btJgTRN2fioSHzBjXu2ib5zy/EupG83aSmKe7itczRaD5CHjNr0Lza2DF2w2G8yZWBn3UKElEuLzlOmp0UmPEA++qh0hBZzYiBl6Hw46N52lyjHkb5PUScRPlIERkHXGv4b3suSv3c2vTHYY/IYYkoRMML3EwPjbqjIahWB9EtHK3Yh4dB0fbED8Igoyh1HmqbtDOa8zzgjckyNuRH44nITBP5mjEnAWYZ4skcHrJeD1XBNqAwLIIqg1YXVsd2MnEmaMzQmdj3Z1zHBbfaYcpE+VDnYR3Yd4jj7NheObhKDjasxJuGhHemZ9PKlqRF0PSmYxy1+H48FMHZNl3Ee5n3At0QQU/sOPlpMCGg0SyCRvtRiJumacfA9xMVFFgiDnGiXzgxdp3Xf/+2X3//u5EnF4qAjcOASWoGja5wd1xmllBEJB4Pibitnz/r86LisOs2MP4vOiI/C6OgqP94+Bo08IrgP6YRwXSGcsb8aN9spO2In0Zblc22LNhkDv4vr/pTlJ+jkCYk0IvIqE6lpcZLiBIxDfuNIAHZERephjesSK/gqT2U+I0SBG4MQgoQdWwqdE5+UmzwsSdthU5kMRmxE7caYelCSqRjQTwCtBZjuWN+KGXEmYRy0foxDtXlQ3PQ2eDmSLa8aHCoXKpgxFxecpoM098398eXV7nyeJ5D3GczoikbCW8I+LmBcduEOxw/nE6lYYoAjcDASWoGrQz7pRHJDPsdO+Nm/V95D0MvYpkR5bQdcN7GCIcT528Yv4obw/HMdLB9QY6RD+pG4q4cvFHMqYrw22aNFwEhsCCXBuc1ow/YfTAbLLeYkDcvn+/LxOb7/sbvu+n2jyhel2X2yh/g5njuI3jaG4O51N7EARnx8FxH0RFm5OkD91bTI/j+G7FpIaPa92QKysv5aaKyIG0eEPf0+LaNaRqFsM5Xb97AOLYN+h0ZXxjh3+WDDIZf5TIp/CPFcN2PvT4jNWXLuY6IO5hTyMey0h2pCCD8FBStgBDUwwGaQQ8JgW2paZJ6qSdww4+oDwlwGSP+kEQXCBvd87robgFHUh7AXH1wPHEiPcV9ezLkrYYj0RxsMs76fp/PTTT7Snx5vv3+bAt55v2fPcs2pqPOEdsOA737xlkbx92h0vzh4o39nD48PPejZUHnw8KGr7R0V6jrW+V8eYJiIMP264nqnVpJdxNXLtTEMO+Oxn/OQ8wTDceNH1lxbATjCM4LEcPjJIsFzekshuAFGLFtCPiuYLtPBkXFqwgTOrOen6E+TIj8iolHW1nHSiOZK1Isp5y/Zt9M1EGsLUPEUbbcLjafd/f5BWGZ30cOd+EGwa+Ud6+w7WzH0fuH4cYSxDdFOCmgcEjYX0powA9UQTahIAS1Mpb03Vskx0PrSI5+XEHxYBYEEZv5zS+5hEd9wGPFci5FfMoCK7e0mDFbmbna4NE3GkQBLQtEXR1Gq9GvAqZ/QwktWuFz4vJWP1TclrqEBgw4o1Emk3naBuulEyYeGuIp8mz8aOdWAhiRViG6KYI3BQElKBW0NLsYK/EosMNN43Ic4hbao2O6KmVcBOdPT2UKQv9aHHAsJNz0ZfwXNK8KheZ/DkO/tlD3ndYBstLikXHfxwcodx/HibTWLH7jIslGXeMuZPj4YtmcRzrcGHTQZyGR17HaXldRpJp4rQBvAmWZSXki21HuMV1sSBYxCXxiZNOHSdtmFKQyRfMhqkkgba6QJkcPn16ZYewHbdZBwtsYxHkyXKiOnjdWD8+Ip+fEOczT+rFwpsGxN2J9YbHCfKLtfWoCDQfASWoFbQhO9grCS4CDKUdYfgKskdhR8SwNNN8/689E81rjIaO0FHtZ+lLygbdM5bBspJCm1LUBfonjIslTSctDOlQTvIFsFfeVZxX8fEqzWQZyJ8vtt1P1oHnAYY6EXcxqZ92HYDskjKpw3yS8bhOvWlgOsShLY8OjoZL5olxFBYgfAyHkW3MO9aPj0HOw7+IO4v1hsd9lq2iCLQRASWoBrVq179/YqIPDY7ICeaf4w5dOykAoftNQ0Dr23YElKAa1cLmbMJczlP1cFc9uiOfiNdLRUARUAQai4ASVIOaDt5TkDD31ErIeYrMIaeErp4qAoqAItA4BNpMUI1rjCKDMZQXGJFXXARwHBxtw3NScioCTeMVAUWgsQj8LwAAAP//J1UC6QAAAAZJREFUAwDm/ecZjT5Y4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48" name="AutoShape 4" descr="data:image/png;base64,iVBORw0KGgoAAAANSUhEUgAAAagAAAClCAYAAAAJW2mqAAAQAElEQVR4Aex9TXLbSLbuScjx2jOpNlCUVyDVTH4Tg+6edZRNR7nf1PQKLK/A8gpKXoHl6buusOyKO7stwZO2405KWoGl2oClmfuGibzflyAokMQfSYgEoIPAIYDMk5knv5Tyw8lMAJ7opggoAoqAIqAILAEB3/c3fP9v/pX4G3nFKkHloaNxioAioAgoAgsj4Pv3+13//okR76uR8PhKvK8MZ7ykbEpQKaBoUEMQUDMVAUWg1gj4vr/ddcQkr2HoFuQS8jEhvN4yIq+hF/jwsBA32pWgRlDoiSKgCCgCikBVCIBsNo14gYiQmM6tyNPj4GgD4idkg+HQIVHdM9BHutGwnye6KQKKgCKgCCwbgdaXZ8Q7FJF1yKmVsCfinfnj80/biJMgODpA/CbOTyHwplw6nCKF+9UfRUARUAQUAUWgIgSGc0r0nC5BPr4nXu9q3imeg/L+6Pr3L3wMAwZBcAE9kJg4T8oHkdEUjz8qioAioAgoAopAVQgYkV3BhuG7XZIPTuP9I+JeUhBwDlk3kacl0DtD+L5gM2JdeiUogFHHXW1SBBQBRaCJCPjRQgd6TzA/5DAfjtEOAgqOgqO9I4gVrx+FSmd4lFBCR1Ai9iHDPP6oKAKKgCKgCCgC1SBwy80tIa+P8IoucBztVuwmh+8oRsI9ibaP0UFkqM+5KPEx9KcEFSOjR0VAEagIAc1GEchCwDwBMR1ToHEP8tFK6IbzcB7vQ1K7taEEFUOiR0VAEVAEFIEqEdhIyQzekn0Th2PI7xBe00l8PTwO030/U4IaIqIHRUARUAQUgcURCIL/Coa5bGGYbkg2UQgIKTgOjvs4PmeIFfmVw308p0B/E0fOX12CuFZCUChfd0VAEVAEFIH2ImDes26eeJPDdwyWo+CIiyHgTYlguI/nwg36fR5FrFtc4UUX+qsIKAKKgCKgCFSDgBXjSMeK7Pq+Hy+aGMvcirc3DNi67993etB/wTArawc8evxRUQQUgZIIqJoioAgUIhAN8zkvis85BaGYEyteN5TQEQ8zoI5FGCUUuTDiuaFBI/KKcYLNg+iuCCgCioAioAhUioCVQR8Zcsk4SMoeeBL6uJ7Yv2OeKfRBSq8RsQ45Da+Wn4sSFBDRXRFQBBSBG4DAUqsYRK8vAilFnhSH74x4X7r+/TNIADnjNcMFG0jqlQWJMR0u3a4E5WDQH0VAEVAEFIGqESDZHAf/7FkM5YlYLi+/RBl8cwSfgeIR1/YN44+Co13qI360K0GNoNATRUARaCQCb8+t3FT57czN29S93TindBwc94+Dow14ST+QkHjk9THCGZ9WByWoNFRuaJhWWxFQBBSB60aAXhIJiceispSgihDSeEVAEVAEFIGVIKAEtRLYtVBFQBGoFgHNrY0IKEG1sVW1ToqAIqAItAABJagWNKJWQRFQBBSBNiJwUwiqjW2ndVIEFAFFoNUIKEG1unm1coqAIqAINBcBJajmtp1aflMQ0HoqAjcUgXYQ1LsvG/IfX/xcefdl84a2sVZbEVAEFIFGItAOgvou22K841z57vVFN0VAEVAEFIFlIrBQWd5YanoZRZ7IVPz5nvxHivx2vjvyaP7/l+2xcvRCEVAEFAFFQBEoQMBz5BK/x2rgfcn1QlK9FHkhJkWs/DrKy/P+iN6V9ecJjgfy25994bBcgXEarQgoAoqAInBzERj3oK4dB7uFIp6Ita9l4J05sqLXhkDdbyYCWmtFQBFQBLIQ8LIilhDOj1M9AVF9AVHtL6E8LUIRWA0C8QhF1rEhb6ReDXha6k1GYJUElcT9mbz980SH/ZKQ6LkioAjUGwG17roRqAtBoZ52SwZrgZIUoNBdEVAEFAFFQGpEUGwNkFRoDnmmoggoAorAEhE4FysvlypLrFxTi6oZQQFGa+65VX44bfiu5isCikBTEDD2TP7R2VuqNAWbFdpZlqAuxdiPuRLffYi8GumJOZ2rbtbuzZVOEykCioAioAi0BoFyBGXsifyy6edKfPfxuLM70nv847Y87hgR80hE3kDK7h3Rh3vLYqV6ikD1CGiOikANEChHUIsa+vjHQxBVX9bCO1LWqzJeT3RTBBQBRUARuLEIeEut+aM7Z7I28FHmOSR/N6KvRxLdFAFFQBG4uQjMSVALAPbozoUYUzzHZOzGAqVoUkVAEVAEFIGGI7B8giJgv/x4wIOKIqAIKAKKgCKQhcBqCIrWcFUgjyqKwJIR0OIUAUWgGQisjqBWhc+7L5vuMyDucyDne+49gHwXWp7wcyJv/+yt5C0XtJdvf6cNeTYm46g7ki/RhxyX/fZ42j36NAtwju15e34oSVvj80VWbbJubB+WEedXdHx7vu/e5M80Li1wos2r+rvUchUBRWAKgdURlDWbU9YkA6w5S14ufG6kDzKyEn9SxH0ORF6IyDPhw8F5ws+JiH2HtF+Rx6EjOCS8tp0dLgn07fkZyvzi3v5OG/JsTMZRdyTesfAzKQOPtlv3zkN23qMOes6OmTaSgGLyjInn7fkFMLrCmWWPbBHi/VCStsbnRjZk1o1lsy6sG9uH5cT5FR3Z7tSnuLTescM6eqHrmSPRt+cHjsRIYHkEGttBW9KkqF7WbLvy0tKmhv2pH98swrQJ8VbmeHPFRBrxDppQ1Xlt9OZNuFC66E61k5uHkROpdssvr3xZD12Hz44jr9Mqn9+4Ju/o+SkSEqhIVTYnyrBbws571EGjY/7ule/w2BlHxPnV4cBPp7hOXiLiEVlPFHY9pyQM2sCyo7pUXU5HonyfiKubfSdrJvuN+6HddPpMkybF1q3npp/Mk+UV56kadUcgfnZ0kWPL5/O9lbThwCtexeeF9X4nHzsNzwsqey0TyY5vdHcdolx/Jz9vw0ed4zUQZwmD6LXRU6PHI7IaG0qYqSqKgCJQDQJeNdnMkAvvwEWeFKR4I3xmqkCpBtG487WvFyYpkhPJTuzWgnVqb3KSE992L/KwvZXUmikCikASgeUSFOdVOCyTtCDtfC0s9rDS0q0qjHXifMw85Y/ISdbnSX4j0ozISQn8RrS3VlIRGCKwHILinAHnbKJ5lWHRGQcjzxviPY1XwHgHM6/yY8freRzKVHIaR3P8auBhIljJaRyUFl5plRSBCQS8iev0S6644+T9LMK5ApISV0VxzoBzNum5J0PfyC+d7MnopGb9zjsSev2ZzBp4rGtnpjQi5+5t8SJvJF4FlHyDPJ8vo8yYaW3VoyHhWYf1orfvi7wfYUSsiEtSRC5rW281TBFQBEp/sLAjnLyfRThXUI6Uomag5/S4M1sHH6Wc9fdy2MG/cp0X37Ruw65MibxExueQ8ruVXSm7RUOCRXNxcW6XOHnlXrb7uLPp3hZPrOLVP8k3yMdvnedb5CnGPEXa+uxJgkieW7mQyY0eprX7k8E51yBttOXjzsYQo97Y931ibOIj9YiRe4lxTq4apQgoAitBwFtJqclC2UmF4U/FnlMy0Vznb9DB/yDslNhBsVNnB883rf/jTiBT0tmD7qYYeY7SSBA4FO7lPxNivJJkZk5hNz9bsjvX0Gc4qPZ5skIIoEDMSPhrIfE2wPFKiH2a/L87J0g5vkceaZnhz0t3g+FI+04wnkmJq0UX5NwKD1z5rHOaFJqANk5LlxXG8grzVAVFoPkIeCurwoiYNn1J65yqNszKGTr46bt0Kdg45BiGfAN7OZJa86ibn2n0HFiJYSt0XHz7+6IdaL411ceG4YkjfL4YeJHcy3mkl8L24Q3GImUtkpbtw/KzpChvE144vLLST4azvKI8ryHe7m1v2L0df3myPfvD29dQb2ZpX9/ehPgqt0thQMyqEK+KTObKg8N/XFrtntb/Utypz1VIRYkcgZpyw49WtqVoC71ekQriL92nSRbt5JFRI3eubhTpFNpuw95SbnAKDclXaEfs7W0x4fHSRFBeXYDzpI8JkWMVKYeBVLN51WQzdy7rSPlE+DocLqiI5mUQVMOdQ4H0+opMM3azSEXEFhOUkb25PD5pyVbug5VvnOfRkiprNRQBRWAcgVUT1JU19KhIVHxH3FVozc68g0oMYl3zM7oUL6ymrPxy6hvr2WKv2t5wjOrbempZqxBYXWW81RWdWfIz90JTruDKVFlRxGAwPZE/qynR0FVRquBGe09Ehy9Q5TFbLtV7ygZHYxSBNiBQkqDMae4qpazVRqNw4ZLtNwCs3EIDvvInNHyAFUlqtLu5qAXtMVI88WtlcSKUxm8c/s2uhLGKUTY6GqMItAKBcgQ16yqjyVVHbjl3py9c4h09l1P8fBGHwfhgcCtgTlTC87YTVxmn4exLpTNyWkJw9UWUmYsMzc3GqHrUNUdFoHYIeEu3iK+H58OmIvSo8os38kKiJdn5ek2KDaXYgxLdFAFFQBFQBJZPUDHmfKhS5H18mXkceCUfaM3MQSPaiIAxOsTXxnZddp20vFoj4K3UurWwDPn0VmqjFl5PBMrM5dXTcrVKEVAESiKwWoJyT8Sb0wJbO60b5iuosEaXQCD6cGIJRVVRBBSBpiKwWoIialyAwWOefJcSD7/KNWzXkGWZoSmzdrPnqW5J8fsD1YMS3RSBtiOweoJqO8KT9bODi8mgqWtrS6z0m0rVngDnWRdUx9xwjArg0WhFoA0IrJ6g+K2pNiBZtg63pHhy3xidd5OCoV8+hlDHh7llju2a/gfmsESTKAK1QmC1BBW9VaFTK0Su25hHd+hBFTwHZrckwua6ralx/raYyMO1thD5zfofqPFfnZpWLwRWS1BrptzH6Pjgb71wW9Sa4odMPW9v0UIand6YYoys3ZMmeFFlXjL87kt75lkb/YenxtcDgcgKLzqs4Jef2eAwTXHRBd5GcQb10zBlXuP0UN7+ubiHUOrNFfVDSLxBGYw6MvAWJ/I6eKvlPsFSw4ZSkxSB60PAu76sM3Lma2z4aQ2RJxkak8FlOqrJNPW+5qc7REoQrz2Ye6iPnsXb80Ox8mu9wciwLhoKLX7biMgz+e3Pct/qSiuKr9PyvD/SoioLs6Z4VSI/zsg2q6xQzUgRaD4C5QjKehtCYplnGIJp6AnwMxpvz8+En9Qo5zlF6IZhOz87YaVMvdbFfdTxz/KeFDs5droD70xEHkKau2d/TmO8Tta+FtZ5PDT/iqTm/h7lRb5iBbFGiufTRDrCFySz/aT120fUkC+QLhL+DUO1BnsoHHIusrcN8edSo80rZ4vdcsQy8L7I23M7kzCN2Hco5xlktslgjt1X8QZxFFy7/VbI+bcyfwzrQvzodZLo0zowhjGOw6YkJr7DUATpalfr2Qzi3CP/BsqkYp1JOCQe3hSlpeFNVnyjRFITme3vMS3PMmFeWG4UgDdubD9nI25KaG9SfjvfdURMz5g6Zcqup05gXvz3XqHsfa4NQZmn3wLz5Nte2wV/LrXBHLZISYKi6tLlUjzbX3qpyyrQDWGZ3dLFsfMiUQ28r7hBOBMSFuXt+QXmYb46UNYjVQAAEABJREFUEhPhsOl66TyboBj9DZT8TIt0hMTDmyLiQnwoJC7eWNF755CgQG+ZdXfPdZmiN6bEFq3jBDdzuKmjvUnhcC2JOPKM+9DTvYkIqM2lEagvQRl03u4fu3RdmqcYzUWVmWeZrFtHSFiUNnhKk7VLXvNvgH8LybBy5+sJjJbjKeXZZYQes1S4kcgqzE6zUgTqh0A9CYrfjOJnOeqHV/UWuRfmlr67rr78JuQY/S3MQ+T1qZ2rQ8XtXIfVh/VBWC1pIQJ1I6hL4Vd43T9zC9FOqxKH+tYGvozenCC6pSHwuNNHcLNJam3AxS5lhytR3YJd30dYAJBGNx2BOhHUK1kLN4UT401HdVb7SVKPf+T7917NmjRfH3fsVriyKF+tKbEkKXrXItV18swryvP6UeBwZRjiZqQi+5v6jNv1I60ltASBVRPUubADXQvvyOPOrrCjbgmwc1WDGNCDLLtyLbuQc2Gn60gv5PLYbM2mxdC7XgtJ5sUfu8yvG7x1eeluiphnvm51sVyVSvsXb2ORGn6duTqg2p9T7/cdf2H5z//L/4XWggWCCgNHEvyHmZSqh52Yv8gbMfJcwvAnkBI8ps4eiGmxpY38PIOVl64eWUcJq+mos/KPw8Ur83xT9h8UPchfNn031EmseIefrT0Z814cMXU2Je50K8cGOMZ1zTqyzEnLqrymJ/K40wO53EG2byAzeFTwKvn3txbGf3sXSC+5fzus56Lt6goZ/tD+qzZ+Pwyd7cD/pTKfbpktV9VeJgJWjmVRGYT7yzR52WV5bkjtH5094T/MpPAO/HHHgEjyhWTDO/80WQvpHUXpmT+HaX7p7AvvJKuqLf/hWYdcuRNUUlxuGR3g+ONBNeXAXmL1uLPhyIqdKjtKCjsnkVf4434ZSdhFZ/0D2qk3IqbYiKqxIYEWYcAy4/Kv88hyYoz4N0hyJj4UEXb8VxiJeQSM8Lf447bw72/SWy+qU0z4VdaHWEZE+4NrY9pNYdtOtbGgrdHOrCf/J93/0o/lnq+q0mbNSxFYIgJeJWWRbPjPlibsROJC9DgfAsSVnWrcibrOqbMr8TXjJzvc+Upqbir+DZJEYkzY8XPIdHSNzryuf4tsO7bhyFa07VQbd/bczSTr2dxWUssVgZkQqIagZipSlRUBRUARUAQUgWIElKCKMVINRYAIqCgCisCSEVCCWjLgWpwioAgoAopAOQSUoMrhpFqKgCKgCDQXgYZargTV0IZTsxUBRUARaDsCSlA1b+HeO3/DPcz3fmevlya/3+31Wv6wXs2bSM1TBBSBa0JACeqagF0kW0dKH+7u9j7snMjat69i5Vj4mYU0sfadDMI/oHvR+3D3sPdhh++sm7F4VVcEFAFFoH4IKEHVqE0cMf1+d9+RkthfYdoWpOy+LmIfQvk1SOoMokQFMHRXBBSB5iKgBFWTtuthqA7EdCbWPqvApA7yIFEFvXc7mzjXXRFoLQJasfYioARVg7btYTgPxPQOpsALwm91+z1ZkxOdo6oOUM1JEVAEloeAEtTysE4tCZ7TPobmOJyXGl9B4DrmqAIlqQqQ1CzqiYCVl7KoVPky4Hqi1Eir2k9QNW6WHhc0lBrSM+9FzHMx0pU17ycnPDfmkRjzSkTOIXn7uiMpHe7Lw0jjmopA/A7DRY58j2NT699iu5WgVtS4Q48G3lOOAUbeyEDuHD741IPsH/78OTj8+79OnPD850+Hhz9/2j188JnzTE+RUx5RrWO4T99+DZB0VwQUgWYgoAS1qnaKvuOSNed0KfCOQEj9w0efS30rCyR1IIPb20JSy67TVo/zXdnxuTFccNGD15f+PNaOn5U4Wp244/cmP9CW8/yWK2tSn9cZaaIy7vacbR92Atg58+dVojKHeUw+cwbcaH9WHecN540KbO07u6fK3OnTpnnz1nSKQNMRUIJaQQv2uGJP5F5G0ZcYwvPhGc3s7Rw+Ci5IavkkZffYmWeUnRrsOlB0+vDAvkDhNfJ/MSVWjqF30ft952CqU731bVsQPyURSSPLlN2T/pQ+85hIw7JYprjnxew7Z5cIsaVI0UYsYHcfcuLqx+fKjEzXj8v+UT70LMuDZBJyUZmM75HwPuycYej1D1ynYyrymjb1PuycQPSxAQCl+81CQAlqFe1t7W5OsbscwsuJL4xyJCUG81apqhjq+3epzs51/iQmdpRRp5+aYSJwXaw8Qae6lA7VddprciIsU2bferxRWPt2gpSvIeWfObPyRCKymnkZ/9BjOhESnkgH5ZbZaRsfG9AVmWXQUp16IFCBFUpQFYA4SxbsoKCfdXf/0Q3VQWHhffAXktBlej6WcelRw1BnJzt/kSxbh5qph3WEvgYB7ON4LXsPnhoyJrGwLJzOtrv09JZEOrOlHNO+58gYQ49joRkXDtNByKFHEk6GVm7wFjwuXZGZC5FGtgkBJahlt+b3sJdZpJE9qWjjcJ9YySKILXpHkrElOtL1DJVywdY+c15OOe3SWi5PK09KJ5hQjMhp/vQT2dFrPEaexUN+g/AAafMw5Q3FR+jk7W1Ykblp93b89sv2Rl5DLjPOvr69CfGLRMTUxmbBpgQFEJa6G8nqyE4xNMe7a6lsC2/vY06mmypy+yKtHM7J4C6d8195HWmcNO5Q2almrSDcFyubMrXNHcC86DnNlQEXI8CePHK7BF5vJF7Wb8wj6L8UkVNI9m7lMJf0OZwoku458Rket1rz88bhg88+xGAe8icxAjskbcMwrZDspKHbEzHhcetFbm/Xpn04p+vJsRSJ2PS/0RVVRAlq+cCnD5mhg6vaFHpRJL1UeRSkEpR433ZhR96w16VYeRktf/8cd6jsVDcZJuzYRS7laiPRVeYZIts82xCdvTvP0MiLDA3YbJ6DHDaAV3+0rJ9L+R9+3kP4dlQ/IRmnZVFAGjbDc0aZzH9itSbnIWkHCuLjAzhM7fdKeW1TyTRAEWgOAkpQS2wr10FmledJICvenAeQ3YHTulN00tuHKR0qI7kknh27DG5vyvjd/9ykwnwLBJ6beU6PAyRikjKVbmIFYCL+EulBsp/2E2FTp1H9PvsTdUvqZZNGuhd56fBK5jBxjvocCG8IJsLdpTW77qg/S0dAC1wOAkpQy8E5KiUMM8d3cbe8coKSNZNxl+/MBznd9tlJu6ucn6Hn1s/pyHNSzxIF7+PB50128vQ48lIObw7Svdc1zy9Kn8wbbdXHdbonNRtplHrGTThUO+6Vonju9iF/VRSBtiKgBNXWlp2rXpYdb3rKgfRIPOmRGaHfb/MOHx5ORvwiwZgbIjGVziLMqBs8vVnIaVSekYxhS/vQzeNJqW1rSJy5yhHuJvUGpkz63Mw1UhGoMQJKUNfROFl5huJL+ob5j/SIZYUOO9X0CVJ24hNzJGXsch2rMSSpMurldWgP5obKJ4CmtT38Tu+etz8dWBwCL4qEkU6+t/6d0s7mIjXXgc0gunFtkHEPw31jQ5ju+u//OhnX1CtFoD0IeO2pitZkIQT4toesDObsxJnd8I0Y6R05FeaRGe0Zkm/aPNjlXN7TyGaTTg6hTVm9ZbkycpTy6sQ+7H3YOdMFD1eI6JkiECOgBBUjsYxj9kIIrnRbhgXZZViT0qlG6ot14sjDCL0NqWibnVSyyTedYMoaam359IPbJKgsou6Ida+KAlHd3e/9frc3JNWyllSpp3kpArVBQAmqNk2xYkOs3ciwIH0xQIZyanAo5RYDSKmtPCkUZ7fJ56LmFcl+pm2qZDfcueZxmDFvOBdEZZ+5j1euffsKz+oEZOUIaypDDVAEbgAC3g2oY32q6Hnp8xCwsFfydTlQbd6e7Tmuui4dkMyLuUUkfVVgRq2cJ7rmcX4q/6Hfq/RbICtHWCCr6EW8GW9zv0qiZ4pAexDwZq2K6s+PgOugspLnDLFlJdHw5iHAv4HDB5+3xZhHkv1CX0nZ1sXKExmEf/R+vzvXwo6UPDVIEag1AkpQy2+ejLtn26/aFM5j9OCZpco7f6Pq8jLzy169mJlkSRGnYqQrVUsoB1KwcfFIvDJPSFbRl5FPC5JF0dE7Dk+iC/1VBNqLgBLUstvWmKwFA1skkkrN4WuLrBxLmvyf/9ksWdZMw1ipeXpStiy53m0q9wsuF69cZlyS78jq50+79KwgRhxhmlewNmtRBaIEfy/qSREIlfYioAS17Lb1zEFmkVZKPRMjJTZ6T+jodjNUzznUNBaXM0+08MOgVnxZ5fb9dpa3sb1Ks7LKjgjTERaJ/Sn00hdW0JNapicMQ3RXBJaJgBLUMtFGWUNiyBrKuYfJ8GqG+tb+TSLMWL5upucwsjtxkTDMIjrUKH/v/X63B40OZGW7W0EnkuaNrM9LvkyHtgpSpcKFDPCoDty7DUXSSSr1oeCVQa0FXyMCNzFrJajVtPo0QVzZsc/O7+py9rOe+5ifzXpP26UM/kLyGst42ImnE6eVJ+5FsmMpii+cF2dtXl2LM6lKw0ggadu85Bu9OonDn9PyP+HYak1iByKzKVJq+b1rGyN8jkqmttSHgqe0NEARaCQCSlAraDZ3VyySTgYi0Qfpft+Za1jMkRMIJbNaVvZdh5emYCW9ExRsa/zekT/bwopb30hOK/WeYHm8T5GyiwBWs94QkHDE2ixP93TyhbrD6zQPqOPycoYU/qTbX5hMFRSB5iKgBLWqtlvzsjo4WrQuVo57v9/dd14IQwqkB0LDHfoZ0j3JUT3lpzIy4/NXn23J2regTIdKm3v04qzk2ZJpxnVEcF4H+aY/dDwIg7IkxboJyBp5ZQyfCklZprYsD2gtZbh1KjEDzGw3B0xSvdDj48cbVUTKYEC8qm+FeXIMhSMIZWyuSkeq2LwqMtE8Zkcgmosyz3NTYhIcpPCVnT3Ip4+jH+vzvIf5Hcg+4khMx4jL81YuJZ8Uxd3pR8udkVXqDpKSE/fmhXc7nMAfUyJ59T7c3YXNtCdJTmnzP2Npl3JhJGsRyrqQpD7s5N00SI/xa99ORCT9pbrwiofeMVSm9oOpEBfAd/EBM3ee82Ntuu2eoT05CauLMnufz8yL/95TKYkB8KoO/cVyMk+/BebJt71lyWLWXqVWgrrCYulnhw8+7YuRrM96X9ljhZ39a7Hwqj7suLkMnmOY6R3kGRTziAnR2I3pR6SI87z9+1/YEeYRyrrwo4Zr8gUd9gUkXihwBs/ii4j9FdmvQ+KdQ1vMM75e2dF5UdkETJtfoz5nPXh/joRBSO5IT/bDzhkMfw3JxjrnBsCVnflgrv0V5QYod3QDgnLcHpH+Du9+00nx+18Y53Qb/KOmKwKpCChBpcKyvEB0XH3J7jSrMORSjHT5rE2ZzNz8VPE74+Ks2KnHiwQyOm6zh/LZucdpVnoEDruwJ++moAPyfwKdFzD0tTvSkxXJqB+0ov1p4Q3A4C99qF5C0vZ7cnUDEjjC+rBzEpG+EOPpNFZeuvaajtEQRaAVCChB1aAZXacp8hSmZGtTNL0AAA2XSURBVHVeiJprP8Wwng8SnOku23W0Rrg8fDF74B06L1HqtQGPvsC2iqwiRk9zhvZGxTgyid7FxzSj8JQTEhIl3WuKEpwOv7QbXemvItBCBBpBUC3EfapKroMb3N6sqONEB2ieI89tRzZTpRUHoBMPSG7QPIXMsaP8nz/350i4lCSoX1/4iqGs54vKWfFRBrINnA/KqYu49mA7i3lfNs20HtIObvuO8KYjNUQRaA0CSlA1akp2OK7jHMgdscLVNOezmYeOC54YOsyNKjwXdqbIaxs20LsrR1T0TGB/FeWj3Gvd4bkeRg/BmucoaAaszXvhsOmDzyCJzzMPX7p2fvCpxzxkNqJiG8Bb+9RjHqKbItByBJSgatjAXE3H5eAgh03cod8R3umTsNJE5KkY6ULXgBT4WfDSd/Nlq468DyDbzhaWRzsEnbTIRyEh8Zo2Dm7/QIKl/WN58y0VsBG63TFZ83bH9JIXoRyM6cbp89LI7Bs7euC2j/pFWMf1Y71YPwrrR6ENrCPIBfUsOWyabRPzQNk9kOQPrq4sg8IynQBjd22ew5v9CTbO5K1ll6wxikAzEPCaYebNtZKdPe/0HWE9/Lw3dXzw+YAd3TIQcrawPNrBTpoeBIbxnE0/fzpkZ59mB8Np45T8/V8nafoMc2X9/DmYJQ3TLSKuzLh+rBfrR2F9KbTnUXCxSBlpaUf4sAwKy3TyqeewffBpn95sWloNUwTajIASVJtbV+umCCgCisACCKw6qRLUqltAy1cEFIGFEOgNnw1c8BgsZIQmvhYElKCuBVbNVBFQBBQBRWBRBJSgFkXwJqfXuisCioAicI0IKEFdI7iatSKgCCgCisD8CChBzY+dplQEFIHmIqCWNwABJagGNJKaqAgoAorATURACeomtrrWWRFQBBSBBiCgBJXRSBqsCCgCioAisFoElKBWi7+WrggoAoqAIpCBgBJUBjAarAg0FwG1fA4ENnq/7/jLlDlsvHFJlKBuXJNrhRUBRSAFgS2xcizLlBQjNGgcASWocTz0ShFQBBQBRWCFCCSLVoJKoqHnioAioAgoArVBQAmqNk2hhigCioAioAgkEVCCSqKxpPOuf98mZUnFphbj+/6m7//NT4rUeZuwDYZvJG2Pzv3NCTW9VAQUgQYioATVwEarwmTf/2uv698/M+J9MRIeJwXh9r5/f08SG8ICiB2X7kFCZXTa9f962J0g4fvT+U3kNU7acXoSzijjxInv3+9D58SI9zVpe3TufUHcmQ/ylcTmg4i7E3YVXU/anchOTxUBReCaEVCCumaA65g9Ot19I/YdbOtAUncrtoQXYnqpicX6k+Hl8ptMNX3t+/5G178PYpLXiN2CZO5BEJxlRjYswke9I1LuHnRRf7ThXsOqoOaKKAYzIqAENSNgTVf3fX/bijwrqocV77BIB/Hr9EpwHO0+PDNcrEMmdlOC8CaSTFzC9g0jXiAiW5CC3VKvQKdJ0be2jQhI2TyB1SXqDy3dFYGGI+A13H41f0YEPPH640nMeyvhD8fBkaHg/Cd0hK9EBpMd/MZ4uujKk3DMizIT15FW8a8Vr5smIt9P4tRG1g5kipzsG9pM22OxYh7ZSBfqyf37iZ0oJxnL88n4UEKWySgVRUARWDIC3pLL0+JSEPB9f7Prdw+6GLqBcG7mhEM4PoZ1YvWuf59zQCPx4QnFcTxCf7+b0PEjT4ZRY2JFtiWx4fogCIKLOAjnJ0fB0S6Oo7BhXOpdO9JPDOeZ3lCfh3P+lJEg+C8UmSaRbb6rr32YzAtlPz0OjvtIOCIxwRYE/zwMkB9Ox3boXTA8KWMKuEjG8RxBG90ErrgWfzj/hXDrwy5KN6HDtqBeLLxOxsfh8dFHW3WjebuzbjRHdtLFNcOpw/RGwn2ex4K6cw7O/T34sCEO16Mi0CYElKBq0JpGvBMRkxy62UIH9MJgOAudz4Zcbfdw6sSb8ISgz2E7FxfpDJAnzqZ2e5YMMmL3ff9vEyST1Eg9/5gI3YKNm7wedqjrPIeQnMbKQtjc+2R9kdHHIDg6wPGa91vEf4QryGLPCIfaZEjYjKfISMdO3wTwpmAUnzS463cP0AaYD3TkG88JIm/70Ay90WF+CEumFOoO83Tlj0XqhSLQBgS8NlSiBXWIO/XJqmyhY95jIDqpsc4Y1yNPJYVgToMgSCUHOz301UFHeNyF9+bDM/ATXhvLTRN00MF4uOcIzhtbHGEndISd6XiyxFU34YHE5yCDkddgpzv9g0TypZ3CjhdVFRa1m7sxSWZ5GV9YMZMYxlE1PKpJikD1CHjVZ6k5zoHAKTojzJt4XRHzXhKbFXnmgzSG3sKo84JKB+HOc/EkdASBMLcbkczOOxq2sm9kettCutdGvDMSlSS2uJxEEIf/TuNrI9aVb0XcUbDZcossoDna7+FsTJAfPQ8Eu51x7iT68VIJOIpbyi/rD0/yO7GYq8DJdhOxnE/btJgTRN2fioSHzBjXu2ib5zy/EupG83aSmKe7itczRaD5CHjNr0Lza2DF2w2G8yZWBn3UKElEuLzlOmp0UmPEA++qh0hBZzYiBl6Hw46N52lyjHkb5PUScRPlIERkHXGv4b3suSv3c2vTHYY/IYYkoRMML3EwPjbqjIahWB9EtHK3Yh4dB0fbED8Igoyh1HmqbtDOa8zzgjckyNuRH44nITBP5mjEnAWYZ4skcHrJeD1XBNqAwLIIqg1YXVsd2MnEmaMzQmdj3Z1zHBbfaYcpE+VDnYR3Yd4jj7NheObhKDjasxJuGhHemZ9PKlqRF0PSmYxy1+H48FMHZNl3Ee5n3At0QQU/sOPlpMCGg0SyCRvtRiJumacfA9xMVFFgiDnGiXzgxdp3Xf/+2X3//u5EnF4qAjcOASWoGja5wd1xmllBEJB4Pibitnz/r86LisOs2MP4vOiI/C6OgqP94+Bo08IrgP6YRwXSGcsb8aN9spO2In0Zblc22LNhkDv4vr/pTlJ+jkCYk0IvIqE6lpcZLiBIxDfuNIAHZERephjesSK/gqT2U+I0SBG4MQgoQdWwqdE5+UmzwsSdthU5kMRmxE7caYelCSqRjQTwCtBZjuWN+KGXEmYRy0foxDtXlQ3PQ2eDmSLa8aHCoXKpgxFxecpoM098398eXV7nyeJ5D3GczoikbCW8I+LmBcduEOxw/nE6lYYoAjcDASWoGrQz7pRHJDPsdO+Nm/V95D0MvYpkR5bQdcN7GCIcT528Yv4obw/HMdLB9QY6RD+pG4q4cvFHMqYrw22aNFwEhsCCXBuc1ow/YfTAbLLeYkDcvn+/LxOb7/sbvu+n2jyhel2X2yh/g5njuI3jaG4O51N7EARnx8FxH0RFm5OkD91bTI/j+G7FpIaPa92QKysv5aaKyIG0eEPf0+LaNaRqFsM5Xb97AOLYN+h0ZXxjh3+WDDIZf5TIp/CPFcN2PvT4jNWXLuY6IO5hTyMey0h2pCCD8FBStgBDUwwGaQQ8JgW2paZJ6qSdww4+oDwlwGSP+kEQXCBvd87robgFHUh7AXH1wPHEiPcV9ezLkrYYj0RxsMs76fp/PTTT7Snx5vv3+bAt55v2fPcs2pqPOEdsOA737xlkbx92h0vzh4o39nD48PPejZUHnw8KGr7R0V6jrW+V8eYJiIMP264nqnVpJdxNXLtTEMO+Oxn/OQ8wTDceNH1lxbATjCM4LEcPjJIsFzekshuAFGLFtCPiuYLtPBkXFqwgTOrOen6E+TIj8iolHW1nHSiOZK1Isp5y/Zt9M1EGsLUPEUbbcLjafd/f5BWGZ30cOd+EGwa+Ud6+w7WzH0fuH4cYSxDdFOCmgcEjYX0powA9UQTahIAS1Mpb03Vskx0PrSI5+XEHxYBYEEZv5zS+5hEd9wGPFci5FfMoCK7e0mDFbmbna4NE3GkQBLQtEXR1Gq9GvAqZ/QwktWuFz4vJWP1TclrqEBgw4o1Emk3naBuulEyYeGuIp8mz8aOdWAhiRViG6KYI3BQElKBW0NLsYK/EosMNN43Ic4hbao2O6KmVcBOdPT2UKQv9aHHAsJNz0ZfwXNK8KheZ/DkO/tlD3ndYBstLikXHfxwcodx/HibTWLH7jIslGXeMuZPj4YtmcRzrcGHTQZyGR17HaXldRpJp4rQBvAmWZSXki21HuMV1sSBYxCXxiZNOHSdtmFKQyRfMhqkkgba6QJkcPn16ZYewHbdZBwtsYxHkyXKiOnjdWD8+Ip+fEOczT+rFwpsGxN2J9YbHCfKLtfWoCDQfASWoFbQhO9grCS4CDKUdYfgKskdhR8SwNNN8/689E81rjIaO0FHtZ+lLygbdM5bBspJCm1LUBfonjIslTSctDOlQTvIFsFfeVZxX8fEqzWQZyJ8vtt1P1oHnAYY6EXcxqZ92HYDskjKpw3yS8bhOvWlgOsShLY8OjoZL5olxFBYgfAyHkW3MO9aPj0HOw7+IO4v1hsd9lq2iCLQRASWoBrVq179/YqIPDY7ICeaf4w5dOykAoftNQ0Dr23YElKAa1cLmbMJczlP1cFc9uiOfiNdLRUARUAQai4ASVIOaDt5TkDD31ErIeYrMIaeErp4qAoqAItA4BNpMUI1rjCKDMZQXGJFXXARwHBxtw3NScioCTeMVAUWgsQj8LwAAAP//J1UC6QAAAAZJREFUAwDm/ecZjT5Y4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9" name="Picture 28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219456"/>
            <a:ext cx="2386584" cy="758952"/>
          </a:xfrm>
          <a:prstGeom prst="rect">
            <a:avLst/>
          </a:prstGeom>
        </p:spPr>
      </p:pic>
      <p:pic>
        <p:nvPicPr>
          <p:cNvPr id="30" name="Picture 29" descr="ibm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2" y="509969"/>
            <a:ext cx="1344168" cy="43186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088880" y="128016"/>
            <a:ext cx="2231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 smtClean="0">
                <a:latin typeface="Baskerville Old Face" pitchFamily="18" charset="0"/>
              </a:rPr>
              <a:t>In collaboration with</a:t>
            </a:r>
            <a:endParaRPr lang="en-US" sz="1100" b="1" dirty="0">
              <a:latin typeface="Baskerville Old Face" pitchFamily="18" charset="0"/>
            </a:endParaRPr>
          </a:p>
        </p:txBody>
      </p:sp>
      <p:sp>
        <p:nvSpPr>
          <p:cNvPr id="32" name="Google Shape;88;p13"/>
          <p:cNvSpPr txBox="1"/>
          <p:nvPr/>
        </p:nvSpPr>
        <p:spPr>
          <a:xfrm>
            <a:off x="2413492" y="2166967"/>
            <a:ext cx="7230903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smtClean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GTU SBTP – 2026 ( Subject Code : DI05000011 )</a:t>
            </a:r>
            <a:endParaRPr sz="105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14984" y="2807208"/>
            <a:ext cx="91897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rgbClr val="000066"/>
                </a:solidFill>
              </a:rPr>
              <a:t>Student Name </a:t>
            </a:r>
            <a:r>
              <a:rPr lang="en-IN" sz="2000" dirty="0" smtClean="0"/>
              <a:t>		: 	</a:t>
            </a:r>
            <a:r>
              <a:rPr lang="en-IN" sz="2000" dirty="0" smtClean="0"/>
              <a:t>Patel </a:t>
            </a:r>
            <a:r>
              <a:rPr lang="en-IN" sz="2000" dirty="0" err="1" smtClean="0"/>
              <a:t>Subham</a:t>
            </a:r>
            <a:r>
              <a:rPr lang="en-IN" sz="2000" dirty="0" smtClean="0"/>
              <a:t> </a:t>
            </a:r>
            <a:r>
              <a:rPr lang="en-IN" sz="2000" dirty="0" err="1" smtClean="0"/>
              <a:t>Bhaveshbhai</a:t>
            </a:r>
            <a:endParaRPr lang="en-IN" sz="2000" dirty="0" smtClean="0"/>
          </a:p>
          <a:p>
            <a:pPr>
              <a:lnSpc>
                <a:spcPct val="150000"/>
              </a:lnSpc>
            </a:pPr>
            <a:r>
              <a:rPr lang="en-IN" sz="2000" b="1" dirty="0" err="1" smtClean="0">
                <a:solidFill>
                  <a:srgbClr val="000066"/>
                </a:solidFill>
              </a:rPr>
              <a:t>Enrollment</a:t>
            </a:r>
            <a:r>
              <a:rPr lang="en-IN" sz="2000" b="1" dirty="0" smtClean="0">
                <a:solidFill>
                  <a:srgbClr val="000066"/>
                </a:solidFill>
              </a:rPr>
              <a:t> No</a:t>
            </a:r>
            <a:r>
              <a:rPr lang="en-IN" sz="2000" dirty="0" smtClean="0"/>
              <a:t>		: 	</a:t>
            </a:r>
            <a:r>
              <a:rPr lang="en-IN" sz="2000" dirty="0" smtClean="0"/>
              <a:t>246310307124</a:t>
            </a:r>
            <a:endParaRPr lang="en-IN" sz="2000" dirty="0" smtClean="0"/>
          </a:p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rgbClr val="000066"/>
                </a:solidFill>
              </a:rPr>
              <a:t>College Name </a:t>
            </a:r>
            <a:r>
              <a:rPr lang="en-IN" sz="2000" dirty="0" smtClean="0"/>
              <a:t>		: 	K D Polytechnic </a:t>
            </a:r>
            <a:r>
              <a:rPr lang="en-IN" sz="2000" dirty="0" err="1" smtClean="0"/>
              <a:t>Patan</a:t>
            </a:r>
            <a:endParaRPr lang="en-IN" sz="2000" dirty="0" smtClean="0"/>
          </a:p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rgbClr val="000066"/>
                </a:solidFill>
              </a:rPr>
              <a:t>Branch &amp; Year 	</a:t>
            </a:r>
            <a:r>
              <a:rPr lang="en-IN" sz="2000" dirty="0" smtClean="0"/>
              <a:t>	: 	Computer 3</a:t>
            </a:r>
            <a:r>
              <a:rPr lang="en-IN" sz="2000" baseline="30000" dirty="0" smtClean="0"/>
              <a:t>rd</a:t>
            </a:r>
            <a:r>
              <a:rPr lang="en-IN" sz="2000" dirty="0" smtClean="0"/>
              <a:t> Year</a:t>
            </a:r>
          </a:p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rgbClr val="000066"/>
                </a:solidFill>
              </a:rPr>
              <a:t>Branch Code </a:t>
            </a:r>
            <a:r>
              <a:rPr lang="en-IN" sz="2000" dirty="0" smtClean="0"/>
              <a:t>		: 	07</a:t>
            </a:r>
          </a:p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rgbClr val="000066"/>
                </a:solidFill>
              </a:rPr>
              <a:t>Gender</a:t>
            </a:r>
            <a:r>
              <a:rPr lang="en-IN" sz="2000" dirty="0" smtClean="0"/>
              <a:t> 		: 	Male</a:t>
            </a:r>
          </a:p>
          <a:p>
            <a:pPr>
              <a:lnSpc>
                <a:spcPct val="150000"/>
              </a:lnSpc>
            </a:pPr>
            <a:r>
              <a:rPr lang="en-IN" sz="2000" b="1" dirty="0" err="1" smtClean="0">
                <a:solidFill>
                  <a:srgbClr val="000066"/>
                </a:solidFill>
              </a:rPr>
              <a:t>Registred</a:t>
            </a:r>
            <a:r>
              <a:rPr lang="en-IN" sz="2000" b="1" dirty="0" smtClean="0">
                <a:solidFill>
                  <a:srgbClr val="000066"/>
                </a:solidFill>
              </a:rPr>
              <a:t> Mail ID </a:t>
            </a:r>
            <a:r>
              <a:rPr lang="en-IN" sz="2000" dirty="0" smtClean="0"/>
              <a:t>	: 	</a:t>
            </a:r>
            <a:r>
              <a:rPr lang="en-IN" sz="2000" dirty="0" smtClean="0">
                <a:hlinkClick r:id="rId5"/>
              </a:rPr>
              <a:t>patelsubh2008@gmail.com</a:t>
            </a:r>
            <a:r>
              <a:rPr lang="en-IN" sz="2000" dirty="0" smtClean="0"/>
              <a:t> </a:t>
            </a:r>
            <a:endParaRPr lang="en-IN" sz="2000" dirty="0" smtClean="0"/>
          </a:p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rgbClr val="000066"/>
                </a:solidFill>
              </a:rPr>
              <a:t>Contact No. </a:t>
            </a:r>
            <a:r>
              <a:rPr lang="en-IN" sz="2000" dirty="0" smtClean="0"/>
              <a:t>		: 	</a:t>
            </a:r>
            <a:r>
              <a:rPr lang="en-IN" sz="2000" dirty="0" smtClean="0"/>
              <a:t>93131 66351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 descr="data:image/png;base64,iVBORw0KGgoAAAANSUhEUgAAAagAAAClCAYAAAAJW2mqAAAQAElEQVR4Aex9TXLbSLbuScjx2jOpNlCUVyDVTH4Tg+6edZRNR7nf1PQKLK/A8gpKXoHl6buusOyKO7stwZO2405KWoGl2oClmfuGibzflyAokMQfSYgEoIPAIYDMk5knv5Tyw8lMAJ7opggoAoqAIqAILAEB3/c3fP9v/pX4G3nFKkHloaNxioAioAgoAgsj4Pv3+13//okR76uR8PhKvK8MZ7ykbEpQKaBoUEMQUDMVAUWg1gj4vr/ddcQkr2HoFuQS8jEhvN4yIq+hF/jwsBA32pWgRlDoiSKgCCgCikBVCIBsNo14gYiQmM6tyNPj4GgD4idkg+HQIVHdM9BHutGwnye6KQKKgCKgCCwbgdaXZ8Q7FJF1yKmVsCfinfnj80/biJMgODpA/CbOTyHwplw6nCKF+9UfRUARUAQUAUWgIgSGc0r0nC5BPr4nXu9q3imeg/L+6Pr3L3wMAwZBcAE9kJg4T8oHkdEUjz8qioAioAgoAopAVQgYkV3BhuG7XZIPTuP9I+JeUhBwDlk3kacl0DtD+L5gM2JdeiUogFHHXW1SBBQBRaCJCPjRQgd6TzA/5DAfjtEOAgqOgqO9I4gVrx+FSmd4lFBCR1Ai9iHDPP6oKAKKgCKgCCgC1SBwy80tIa+P8IoucBztVuwmh+8oRsI9ibaP0UFkqM+5KPEx9KcEFSOjR0VAEagIAc1GEchCwDwBMR1ToHEP8tFK6IbzcB7vQ1K7taEEFUOiR0VAEVAEFIEqEdhIyQzekn0Th2PI7xBe00l8PTwO030/U4IaIqIHRUARUAQUgcURCIL/Coa5bGGYbkg2UQgIKTgOjvs4PmeIFfmVw308p0B/E0fOX12CuFZCUChfd0VAEVAEFIH2ImDes26eeJPDdwyWo+CIiyHgTYlguI/nwg36fR5FrFtc4UUX+qsIKAKKgCKgCFSDgBXjSMeK7Pq+Hy+aGMvcirc3DNi67993etB/wTArawc8evxRUQQUgZIIqJoioAgUIhAN8zkvis85BaGYEyteN5TQEQ8zoI5FGCUUuTDiuaFBI/KKcYLNg+iuCCgCioAioAhUioCVQR8Zcsk4SMoeeBL6uJ7Yv2OeKfRBSq8RsQ45Da+Wn4sSFBDRXRFQBBSBG4DAUqsYRK8vAilFnhSH74x4X7r+/TNIADnjNcMFG0jqlQWJMR0u3a4E5WDQH0VAEVAEFIGqESDZHAf/7FkM5YlYLi+/RBl8cwSfgeIR1/YN44+Co13qI360K0GNoNATRUARaCQCb8+t3FT57czN29S93TindBwc94+Dow14ST+QkHjk9THCGZ9WByWoNFRuaJhWWxFQBBSB60aAXhIJiceispSgihDSeEVAEVAEFIGVIKAEtRLYtVBFQBGoFgHNrY0IKEG1sVW1ToqAIqAItAABJagWNKJWQRFQBBSBNiJwUwiqjW2ndVIEFAFFoNUIKEG1unm1coqAIqAINBcBJajmtp1aflMQ0HoqAjcUgXYQ1LsvG/IfX/xcefdl84a2sVZbEVAEFIFGItAOgvou22K841z57vVFN0VAEVAEFIFlIrBQWd5YanoZRZ7IVPz5nvxHivx2vjvyaP7/l+2xcvRCEVAEFAFFQBEoQMBz5BK/x2rgfcn1QlK9FHkhJkWs/DrKy/P+iN6V9ecJjgfy25994bBcgXEarQgoAoqAInBzERj3oK4dB7uFIp6Ita9l4J05sqLXhkDdbyYCWmtFQBFQBLIQ8LIilhDOj1M9AVF9AVHtL6E8LUIRWA0C8QhF1rEhb6ReDXha6k1GYJUElcT9mbz980SH/ZKQ6LkioAjUGwG17roRqAtBoZ52SwZrgZIUoNBdEVAEFAFFQGpEUGwNkFRoDnmmoggoAorAEhE4FysvlypLrFxTi6oZQQFGa+65VX44bfiu5isCikBTEDD2TP7R2VuqNAWbFdpZlqAuxdiPuRLffYi8GumJOZ2rbtbuzZVOEykCioAioAi0BoFyBGXsifyy6edKfPfxuLM70nv847Y87hgR80hE3kDK7h3Rh3vLYqV6ikD1CGiOikANEChHUIsa+vjHQxBVX9bCO1LWqzJeT3RTBBQBRUARuLEIeEut+aM7Z7I28FHmOSR/N6KvRxLdFAFFQBG4uQjMSVALAPbozoUYUzzHZOzGAqVoUkVAEVAEFIGGI7B8giJgv/x4wIOKIqAIKAKKgCKQhcBqCIrWcFUgjyqKwJIR0OIUAUWgGQisjqBWhc+7L5vuMyDucyDne+49gHwXWp7wcyJv/+yt5C0XtJdvf6cNeTYm46g7ki/RhxyX/fZ42j36NAtwju15e34oSVvj80VWbbJubB+WEedXdHx7vu/e5M80Li1wos2r+rvUchUBRWAKgdURlDWbU9YkA6w5S14ufG6kDzKyEn9SxH0ORF6IyDPhw8F5ws+JiH2HtF+Rx6EjOCS8tp0dLgn07fkZyvzi3v5OG/JsTMZRdyTesfAzKQOPtlv3zkN23qMOes6OmTaSgGLyjInn7fkFMLrCmWWPbBHi/VCStsbnRjZk1o1lsy6sG9uH5cT5FR3Z7tSnuLTescM6eqHrmSPRt+cHjsRIYHkEGttBW9KkqF7WbLvy0tKmhv2pH98swrQJ8VbmeHPFRBrxDppQ1Xlt9OZNuFC66E61k5uHkROpdssvr3xZD12Hz44jr9Mqn9+4Ju/o+SkSEqhIVTYnyrBbws571EGjY/7ule/w2BlHxPnV4cBPp7hOXiLiEVlPFHY9pyQM2sCyo7pUXU5HonyfiKubfSdrJvuN+6HddPpMkybF1q3npp/Mk+UV56kadUcgfnZ0kWPL5/O9lbThwCtexeeF9X4nHzsNzwsqey0TyY5vdHcdolx/Jz9vw0ed4zUQZwmD6LXRU6PHI7IaG0qYqSqKgCJQDQJeNdnMkAvvwEWeFKR4I3xmqkCpBtG487WvFyYpkhPJTuzWgnVqb3KSE992L/KwvZXUmikCikASgeUSFOdVOCyTtCDtfC0s9rDS0q0qjHXifMw85Y/ISdbnSX4j0ozISQn8RrS3VlIRGCKwHILinAHnbKJ5lWHRGQcjzxviPY1XwHgHM6/yY8freRzKVHIaR3P8auBhIljJaRyUFl5plRSBCQS8iev0S6644+T9LMK5ApISV0VxzoBzNum5J0PfyC+d7MnopGb9zjsSev2ZzBp4rGtnpjQi5+5t8SJvJF4FlHyDPJ8vo8yYaW3VoyHhWYf1orfvi7wfYUSsiEtSRC5rW281TBFQBEp/sLAjnLyfRThXUI6Uomag5/S4M1sHH6Wc9fdy2MG/cp0X37Ruw65MibxExueQ8ruVXSm7RUOCRXNxcW6XOHnlXrb7uLPp3hZPrOLVP8k3yMdvnedb5CnGPEXa+uxJgkieW7mQyY0eprX7k8E51yBttOXjzsYQo97Y931ibOIj9YiRe4lxTq4apQgoAitBwFtJqclC2UmF4U/FnlMy0Vznb9DB/yDslNhBsVNnB883rf/jTiBT0tmD7qYYeY7SSBA4FO7lPxNivJJkZk5hNz9bsjvX0Gc4qPZ5skIIoEDMSPhrIfE2wPFKiH2a/L87J0g5vkceaZnhz0t3g+FI+04wnkmJq0UX5NwKD1z5rHOaFJqANk5LlxXG8grzVAVFoPkIeCurwoiYNn1J65yqNszKGTr46bt0Kdg45BiGfAN7OZJa86ibn2n0HFiJYSt0XHz7+6IdaL411ceG4YkjfL4YeJHcy3mkl8L24Q3GImUtkpbtw/KzpChvE144vLLST4azvKI8ryHe7m1v2L0df3myPfvD29dQb2ZpX9/ehPgqt0thQMyqEK+KTObKg8N/XFrtntb/Utypz1VIRYkcgZpyw49WtqVoC71ekQriL92nSRbt5JFRI3eubhTpFNpuw95SbnAKDclXaEfs7W0x4fHSRFBeXYDzpI8JkWMVKYeBVLN51WQzdy7rSPlE+DocLqiI5mUQVMOdQ4H0+opMM3azSEXEFhOUkb25PD5pyVbug5VvnOfRkiprNRQBRWAcgVUT1JU19KhIVHxH3FVozc68g0oMYl3zM7oUL6ymrPxy6hvr2WKv2t5wjOrbempZqxBYXWW81RWdWfIz90JTruDKVFlRxGAwPZE/qynR0FVRquBGe09Ehy9Q5TFbLtV7ygZHYxSBNiBQkqDMae4qpazVRqNw4ZLtNwCs3EIDvvInNHyAFUlqtLu5qAXtMVI88WtlcSKUxm8c/s2uhLGKUTY6GqMItAKBcgQ16yqjyVVHbjl3py9c4h09l1P8fBGHwfhgcCtgTlTC87YTVxmn4exLpTNyWkJw9UWUmYsMzc3GqHrUNUdFoHYIeEu3iK+H58OmIvSo8os38kKiJdn5ek2KDaXYgxLdFAFFQBFQBJZPUDHmfKhS5H18mXkceCUfaM3MQSPaiIAxOsTXxnZddp20vFoj4K3UurWwDPn0VmqjFl5PBMrM5dXTcrVKEVAESiKwWoJyT8Sb0wJbO60b5iuosEaXQCD6cGIJRVVRBBSBpiKwWoIialyAwWOefJcSD7/KNWzXkGWZoSmzdrPnqW5J8fsD1YMS3RSBtiOweoJqO8KT9bODi8mgqWtrS6z0m0rVngDnWRdUx9xwjArg0WhFoA0IrJ6g+K2pNiBZtg63pHhy3xidd5OCoV8+hlDHh7llju2a/gfmsESTKAK1QmC1BBW9VaFTK0Su25hHd+hBFTwHZrckwua6ralx/raYyMO1thD5zfofqPFfnZpWLwRWS1BrptzH6Pjgb71wW9Sa4odMPW9v0UIand6YYoys3ZMmeFFlXjL87kt75lkb/YenxtcDgcgKLzqs4Jef2eAwTXHRBd5GcQb10zBlXuP0UN7+ubiHUOrNFfVDSLxBGYw6MvAWJ/I6eKvlPsFSw4ZSkxSB60PAu76sM3Lma2z4aQ2RJxkak8FlOqrJNPW+5qc7REoQrz2Ye6iPnsXb80Ox8mu9wciwLhoKLX7biMgz+e3Pct/qSiuKr9PyvD/SoioLs6Z4VSI/zsg2q6xQzUgRaD4C5QjKehtCYplnGIJp6AnwMxpvz8+En9Qo5zlF6IZhOz87YaVMvdbFfdTxz/KeFDs5droD70xEHkKau2d/TmO8Tta+FtZ5PDT/iqTm/h7lRb5iBbFGiufTRDrCFySz/aT120fUkC+QLhL+DUO1BnsoHHIusrcN8edSo80rZ4vdcsQy8L7I23M7kzCN2Hco5xlktslgjt1X8QZxFFy7/VbI+bcyfwzrQvzodZLo0zowhjGOw6YkJr7DUATpalfr2Qzi3CP/BsqkYp1JOCQe3hSlpeFNVnyjRFITme3vMS3PMmFeWG4UgDdubD9nI25KaG9SfjvfdURMz5g6Zcqup05gXvz3XqHsfa4NQZmn3wLz5Nte2wV/LrXBHLZISYKi6tLlUjzbX3qpyyrQDWGZ3dLFsfMiUQ28r7hBOBMSFuXt+QXmYb46UNYjVQAAEABJREFUEhPhsOl66TyboBj9DZT8TIt0hMTDmyLiQnwoJC7eWNF755CgQG+ZdXfPdZmiN6bEFq3jBDdzuKmjvUnhcC2JOPKM+9DTvYkIqM2lEagvQRl03u4fu3RdmqcYzUWVmWeZrFtHSFiUNnhKk7VLXvNvgH8LybBy5+sJjJbjKeXZZYQes1S4kcgqzE6zUgTqh0A9CYrfjOJnOeqHV/UWuRfmlr67rr78JuQY/S3MQ+T1qZ2rQ8XtXIfVh/VBWC1pIQJ1I6hL4Vd43T9zC9FOqxKH+tYGvozenCC6pSHwuNNHcLNJam3AxS5lhytR3YJd30dYAJBGNx2BOhHUK1kLN4UT401HdVb7SVKPf+T7917NmjRfH3fsVriyKF+tKbEkKXrXItV18swryvP6UeBwZRjiZqQi+5v6jNv1I60ltASBVRPUubADXQvvyOPOrrCjbgmwc1WDGNCDLLtyLbuQc2Gn60gv5PLYbM2mxdC7XgtJ5sUfu8yvG7x1eeluiphnvm51sVyVSvsXb2ORGn6duTqg2p9T7/cdf2H5z//L/4XWggWCCgNHEvyHmZSqh52Yv8gbMfJcwvAnkBI8ps4eiGmxpY38PIOVl64eWUcJq+mos/KPw8Ur83xT9h8UPchfNn031EmseIefrT0Z814cMXU2Je50K8cGOMZ1zTqyzEnLqrymJ/K40wO53EG2byAzeFTwKvn3txbGf3sXSC+5fzus56Lt6goZ/tD+qzZ+Pwyd7cD/pTKfbpktV9VeJgJWjmVRGYT7yzR52WV5bkjtH5094T/MpPAO/HHHgEjyhWTDO/80WQvpHUXpmT+HaX7p7AvvJKuqLf/hWYdcuRNUUlxuGR3g+ONBNeXAXmL1uLPhyIqdKjtKCjsnkVf4434ZSdhFZ/0D2qk3IqbYiKqxIYEWYcAy4/Kv88hyYoz4N0hyJj4UEXb8VxiJeQSM8Lf447bw72/SWy+qU0z4VdaHWEZE+4NrY9pNYdtOtbGgrdHOrCf/J93/0o/lnq+q0mbNSxFYIgJeJWWRbPjPlibsROJC9DgfAsSVnWrcibrOqbMr8TXjJzvc+Upqbir+DZJEYkzY8XPIdHSNzryuf4tsO7bhyFa07VQbd/bczSTr2dxWUssVgZkQqIagZipSlRUBRUARUAQUgWIElKCKMVINRYAIqCgCisCSEVCCWjLgWpwioAgoAopAOQSUoMrhpFqKgCKgCDQXgYZargTV0IZTsxUBRUARaDsCSlA1b+HeO3/DPcz3fmevlya/3+31Wv6wXs2bSM1TBBSBa0JACeqagF0kW0dKH+7u9j7snMjat69i5Vj4mYU0sfadDMI/oHvR+3D3sPdhh++sm7F4VVcEFAFFoH4IKEHVqE0cMf1+d9+RkthfYdoWpOy+LmIfQvk1SOoMokQFMHRXBBSB5iKgBFWTtuthqA7EdCbWPqvApA7yIFEFvXc7mzjXXRFoLQJasfYioARVg7btYTgPxPQOpsALwm91+z1ZkxOdo6oOUM1JEVAEloeAEtTysE4tCZ7TPobmOJyXGl9B4DrmqAIlqQqQ1CzqiYCVl7KoVPky4Hqi1Eir2k9QNW6WHhc0lBrSM+9FzHMx0pU17ycnPDfmkRjzSkTOIXn7uiMpHe7Lw0jjmopA/A7DRY58j2NT699iu5WgVtS4Q48G3lOOAUbeyEDuHD741IPsH/78OTj8+79OnPD850+Hhz9/2j188JnzTE+RUx5RrWO4T99+DZB0VwQUgWYgoAS1qnaKvuOSNed0KfCOQEj9w0efS30rCyR1IIPb20JSy67TVo/zXdnxuTFccNGD15f+PNaOn5U4Wp244/cmP9CW8/yWK2tSn9cZaaIy7vacbR92Atg58+dVojKHeUw+cwbcaH9WHecN540KbO07u6fK3OnTpnnz1nSKQNMRUIJaQQv2uGJP5F5G0ZcYwvPhGc3s7Rw+Ci5IavkkZffYmWeUnRrsOlB0+vDAvkDhNfJ/MSVWjqF30ft952CqU731bVsQPyURSSPLlN2T/pQ+85hIw7JYprjnxew7Z5cIsaVI0UYsYHcfcuLqx+fKjEzXj8v+UT70LMuDZBJyUZmM75HwPuycYej1D1ynYyrymjb1PuycQPSxAQCl+81CQAlqFe1t7W5OsbscwsuJL4xyJCUG81apqhjq+3epzs51/iQmdpRRp5+aYSJwXaw8Qae6lA7VddprciIsU2bferxRWPt2gpSvIeWfObPyRCKymnkZ/9BjOhESnkgH5ZbZaRsfG9AVmWXQUp16IFCBFUpQFYA4SxbsoKCfdXf/0Q3VQWHhffAXktBlej6WcelRw1BnJzt/kSxbh5qph3WEvgYB7ON4LXsPnhoyJrGwLJzOtrv09JZEOrOlHNO+58gYQ49joRkXDtNByKFHEk6GVm7wFjwuXZGZC5FGtgkBJahlt+b3sJdZpJE9qWjjcJ9YySKILXpHkrElOtL1DJVywdY+c15OOe3SWi5PK09KJ5hQjMhp/vQT2dFrPEaexUN+g/AAafMw5Q3FR+jk7W1Ykblp93b89sv2Rl5DLjPOvr69CfGLRMTUxmbBpgQFEJa6G8nqyE4xNMe7a6lsC2/vY06mmypy+yKtHM7J4C6d8195HWmcNO5Q2almrSDcFyubMrXNHcC86DnNlQEXI8CePHK7BF5vJF7Wb8wj6L8UkVNI9m7lMJf0OZwoku458Rket1rz88bhg88+xGAe8icxAjskbcMwrZDspKHbEzHhcetFbm/Xpn04p+vJsRSJ2PS/0RVVRAlq+cCnD5mhg6vaFHpRJL1UeRSkEpR433ZhR96w16VYeRktf/8cd6jsVDcZJuzYRS7laiPRVeYZIts82xCdvTvP0MiLDA3YbJ6DHDaAV3+0rJ9L+R9+3kP4dlQ/IRmnZVFAGjbDc0aZzH9itSbnIWkHCuLjAzhM7fdKeW1TyTRAEWgOAkpQS2wr10FmledJICvenAeQ3YHTulN00tuHKR0qI7kknh27DG5vyvjd/9ykwnwLBJ6beU6PAyRikjKVbmIFYCL+EulBsp/2E2FTp1H9PvsTdUvqZZNGuhd56fBK5jBxjvocCG8IJsLdpTW77qg/S0dAC1wOAkpQy8E5KiUMM8d3cbe8coKSNZNxl+/MBznd9tlJu6ucn6Hn1s/pyHNSzxIF7+PB50128vQ48lIObw7Svdc1zy9Kn8wbbdXHdbonNRtplHrGTThUO+6Vonju9iF/VRSBtiKgBNXWlp2rXpYdb3rKgfRIPOmRGaHfb/MOHx5ORvwiwZgbIjGVziLMqBs8vVnIaVSekYxhS/vQzeNJqW1rSJy5yhHuJvUGpkz63Mw1UhGoMQJKUNfROFl5huJL+ob5j/SIZYUOO9X0CVJ24hNzJGXsch2rMSSpMurldWgP5obKJ4CmtT38Tu+etz8dWBwCL4qEkU6+t/6d0s7mIjXXgc0gunFtkHEPw31jQ5ju+u//OhnX1CtFoD0IeO2pitZkIQT4toesDObsxJnd8I0Y6R05FeaRGe0Zkm/aPNjlXN7TyGaTTg6hTVm9ZbkycpTy6sQ+7H3YOdMFD1eI6JkiECOgBBUjsYxj9kIIrnRbhgXZZViT0qlG6ot14sjDCL0NqWibnVSyyTedYMoaam359IPbJKgsou6Ida+KAlHd3e/9frc3JNWyllSpp3kpArVBQAmqNk2xYkOs3ciwIH0xQIZyanAo5RYDSKmtPCkUZ7fJ56LmFcl+pm2qZDfcueZxmDFvOBdEZZ+5j1euffsKz+oEZOUIaypDDVAEbgAC3g2oY32q6Hnp8xCwsFfydTlQbd6e7Tmuui4dkMyLuUUkfVVgRq2cJ7rmcX4q/6Hfq/RbICtHWCCr6EW8GW9zv0qiZ4pAexDwZq2K6s+PgOugspLnDLFlJdHw5iHAv4HDB5+3xZhHkv1CX0nZ1sXKExmEf/R+vzvXwo6UPDVIEag1AkpQy2+ejLtn26/aFM5j9OCZpco7f6Pq8jLzy169mJlkSRGnYqQrVUsoB1KwcfFIvDJPSFbRl5FPC5JF0dE7Dk+iC/1VBNqLgBLUstvWmKwFA1skkkrN4WuLrBxLmvyf/9ksWdZMw1ipeXpStiy53m0q9wsuF69cZlyS78jq50+79KwgRhxhmlewNmtRBaIEfy/qSREIlfYioAS17Lb1zEFmkVZKPRMjJTZ6T+jodjNUzznUNBaXM0+08MOgVnxZ5fb9dpa3sb1Ks7LKjgjTERaJ/Sn00hdW0JNapicMQ3RXBJaJgBLUMtFGWUNiyBrKuYfJ8GqG+tb+TSLMWL5upucwsjtxkTDMIjrUKH/v/X63B40OZGW7W0EnkuaNrM9LvkyHtgpSpcKFDPCoDty7DUXSSSr1oeCVQa0FXyMCNzFrJajVtPo0QVzZsc/O7+py9rOe+5ifzXpP26UM/kLyGst42ImnE6eVJ+5FsmMpii+cF2dtXl2LM6lKw0ggadu85Bu9OonDn9PyP+HYak1iByKzKVJq+b1rGyN8jkqmttSHgqe0NEARaCQCSlAraDZ3VyySTgYi0Qfpft+Za1jMkRMIJbNaVvZdh5emYCW9ExRsa/zekT/bwopb30hOK/WeYHm8T5GyiwBWs94QkHDE2ixP93TyhbrD6zQPqOPycoYU/qTbX5hMFRSB5iKgBLWqtlvzsjo4WrQuVo57v9/dd14IQwqkB0LDHfoZ0j3JUT3lpzIy4/NXn23J2regTIdKm3v04qzk2ZJpxnVEcF4H+aY/dDwIg7IkxboJyBp5ZQyfCklZprYsD2gtZbh1KjEDzGw3B0xSvdDj48cbVUTKYEC8qm+FeXIMhSMIZWyuSkeq2LwqMtE8Zkcgmosyz3NTYhIcpPCVnT3Ip4+jH+vzvIf5Hcg+4khMx4jL81YuJZ8Uxd3pR8udkVXqDpKSE/fmhXc7nMAfUyJ59T7c3YXNtCdJTmnzP2Npl3JhJGsRyrqQpD7s5N00SI/xa99ORCT9pbrwiofeMVSm9oOpEBfAd/EBM3ee82Ntuu2eoT05CauLMnufz8yL/95TKYkB8KoO/cVyMk+/BebJt71lyWLWXqVWgrrCYulnhw8+7YuRrM96X9ljhZ39a7Hwqj7suLkMnmOY6R3kGRTziAnR2I3pR6SI87z9+1/YEeYRyrrwo4Zr8gUd9gUkXihwBs/ii4j9FdmvQ+KdQ1vMM75e2dF5UdkETJtfoz5nPXh/joRBSO5IT/bDzhkMfw3JxjrnBsCVnflgrv0V5QYod3QDgnLcHpH+Du9+00nx+18Y53Qb/KOmKwKpCChBpcKyvEB0XH3J7jSrMORSjHT5rE2ZzNz8VPE74+Ks2KnHiwQyOm6zh/LZucdpVnoEDruwJ++moAPyfwKdFzD0tTvSkxXJqB+0ov1p4Q3A4C99qF5C0vZ7cnUDEjjC+rBzEpG+EOPpNFZeuvaajtEQRaAVCChB1aAZXacp8hSmZGtTNL0AAA2XSURBVHVeiJprP8Wwng8SnOku23W0Rrg8fDF74B06L1HqtQGPvsC2iqwiRk9zhvZGxTgyid7FxzSj8JQTEhIl3WuKEpwOv7QbXemvItBCBBpBUC3EfapKroMb3N6sqONEB2ieI89tRzZTpRUHoBMPSG7QPIXMsaP8nz/350i4lCSoX1/4iqGs54vKWfFRBrINnA/KqYu49mA7i3lfNs20HtIObvuO8KYjNUQRaA0CSlA1akp2OK7jHMgdscLVNOezmYeOC54YOsyNKjwXdqbIaxs20LsrR1T0TGB/FeWj3Gvd4bkeRg/BmucoaAaszXvhsOmDzyCJzzMPX7p2fvCpxzxkNqJiG8Bb+9RjHqKbItByBJSgatjAXE3H5eAgh03cod8R3umTsNJE5KkY6ULXgBT4WfDSd/Nlq468DyDbzhaWRzsEnbTIRyEh8Zo2Dm7/QIKl/WN58y0VsBG63TFZ83bH9JIXoRyM6cbp89LI7Bs7euC2j/pFWMf1Y71YPwrrR6ENrCPIBfUsOWyabRPzQNk9kOQPrq4sg8IynQBjd22ew5v9CTbO5K1ll6wxikAzEPCaYebNtZKdPe/0HWE9/Lw3dXzw+YAd3TIQcrawPNrBTpoeBIbxnE0/fzpkZ59mB8Np45T8/V8nafoMc2X9/DmYJQ3TLSKuzLh+rBfrR2F9KbTnUXCxSBlpaUf4sAwKy3TyqeewffBpn95sWloNUwTajIASVJtbV+umCCgCisACCKw6qRLUqltAy1cEFIGFEOgNnw1c8BgsZIQmvhYElKCuBVbNVBFQBBQBRWBRBJSgFkXwJqfXuisCioAicI0IKEFdI7iatSKgCCgCisD8CChBzY+dplQEFIHmIqCWNwABJagGNJKaqAgoAorATURACeomtrrWWRFQBBSBBiCgBJXRSBqsCCgCioAisFoElKBWi7+WrggoAoqAIpCBgBJUBjAarAg0FwG1fA4ENnq/7/jLlDlsvHFJlKBuXJNrhRUBRSAFgS2xcizLlBQjNGgcASWocTz0ShFQBBQBRWCFCCSLVoJKoqHnioAioAgoArVBQAmqNk2hhigCioAioAgkEVCCSqKxpPOuf98mZUnFphbj+/6m7//NT4rUeZuwDYZvJG2Pzv3NCTW9VAQUgQYioATVwEarwmTf/2uv698/M+J9MRIeJwXh9r5/f08SG8ICiB2X7kFCZXTa9f962J0g4fvT+U3kNU7acXoSzijjxInv3+9D58SI9zVpe3TufUHcmQ/ylcTmg4i7E3YVXU/anchOTxUBReCaEVCCumaA65g9Ot19I/YdbOtAUncrtoQXYnqpicX6k+Hl8ptMNX3t+/5G178PYpLXiN2CZO5BEJxlRjYswke9I1LuHnRRf7ThXsOqoOaKKAYzIqAENSNgTVf3fX/bijwrqocV77BIB/Hr9EpwHO0+PDNcrEMmdlOC8CaSTFzC9g0jXiAiW5CC3VKvQKdJ0be2jQhI2TyB1SXqDy3dFYGGI+A13H41f0YEPPH640nMeyvhD8fBkaHg/Cd0hK9EBpMd/MZ4uujKk3DMizIT15FW8a8Vr5smIt9P4tRG1g5kipzsG9pM22OxYh7ZSBfqyf37iZ0oJxnL88n4UEKWySgVRUARWDIC3pLL0+JSEPB9f7Prdw+6GLqBcG7mhEM4PoZ1YvWuf59zQCPx4QnFcTxCf7+b0PEjT4ZRY2JFtiWx4fogCIKLOAjnJ0fB0S6Oo7BhXOpdO9JPDOeZ3lCfh3P+lJEg+C8UmSaRbb6rr32YzAtlPz0OjvtIOCIxwRYE/zwMkB9Ox3boXTA8KWMKuEjG8RxBG90ErrgWfzj/hXDrwy5KN6HDtqBeLLxOxsfh8dFHW3WjebuzbjRHdtLFNcOpw/RGwn2ex4K6cw7O/T34sCEO16Mi0CYElKBq0JpGvBMRkxy62UIH9MJgOAudz4Zcbfdw6sSb8ISgz2E7FxfpDJAnzqZ2e5YMMmL3ff9vEyST1Eg9/5gI3YKNm7wedqjrPIeQnMbKQtjc+2R9kdHHIDg6wPGa91vEf4QryGLPCIfaZEjYjKfISMdO3wTwpmAUnzS463cP0AaYD3TkG88JIm/70Ay90WF+CEumFOoO83Tlj0XqhSLQBgS8NlSiBXWIO/XJqmyhY95jIDqpsc4Y1yNPJYVgToMgSCUHOz301UFHeNyF9+bDM/ATXhvLTRN00MF4uOcIzhtbHGEndISd6XiyxFU34YHE5yCDkddgpzv9g0TypZ3CjhdVFRa1m7sxSWZ5GV9YMZMYxlE1PKpJikD1CHjVZ6k5zoHAKTojzJt4XRHzXhKbFXnmgzSG3sKo84JKB+HOc/EkdASBMLcbkczOOxq2sm9kettCutdGvDMSlSS2uJxEEIf/TuNrI9aVb0XcUbDZcossoDna7+FsTJAfPQ8Eu51x7iT68VIJOIpbyi/rD0/yO7GYq8DJdhOxnE/btJgTRN2fioSHzBjXu2ib5zy/EupG83aSmKe7itczRaD5CHjNr0Lza2DF2w2G8yZWBn3UKElEuLzlOmp0UmPEA++qh0hBZzYiBl6Hw46N52lyjHkb5PUScRPlIERkHXGv4b3suSv3c2vTHYY/IYYkoRMML3EwPjbqjIahWB9EtHK3Yh4dB0fbED8Igoyh1HmqbtDOa8zzgjckyNuRH44nITBP5mjEnAWYZ4skcHrJeD1XBNqAwLIIqg1YXVsd2MnEmaMzQmdj3Z1zHBbfaYcpE+VDnYR3Yd4jj7NheObhKDjasxJuGhHemZ9PKlqRF0PSmYxy1+H48FMHZNl3Ee5n3At0QQU/sOPlpMCGg0SyCRvtRiJumacfA9xMVFFgiDnGiXzgxdp3Xf/+2X3//u5EnF4qAjcOASWoGja5wd1xmllBEJB4Pibitnz/r86LisOs2MP4vOiI/C6OgqP94+Bo08IrgP6YRwXSGcsb8aN9spO2In0Zblc22LNhkDv4vr/pTlJ+jkCYk0IvIqE6lpcZLiBIxDfuNIAHZERephjesSK/gqT2U+I0SBG4MQgoQdWwqdE5+UmzwsSdthU5kMRmxE7caYelCSqRjQTwCtBZjuWN+KGXEmYRy0foxDtXlQ3PQ2eDmSLa8aHCoXKpgxFxecpoM098398eXV7nyeJ5D3GczoikbCW8I+LmBcduEOxw/nE6lYYoAjcDASWoGrQz7pRHJDPsdO+Nm/V95D0MvYpkR5bQdcN7GCIcT528Yv4obw/HMdLB9QY6RD+pG4q4cvFHMqYrw22aNFwEhsCCXBuc1ow/YfTAbLLeYkDcvn+/LxOb7/sbvu+n2jyhel2X2yh/g5njuI3jaG4O51N7EARnx8FxH0RFm5OkD91bTI/j+G7FpIaPa92QKysv5aaKyIG0eEPf0+LaNaRqFsM5Xb97AOLYN+h0ZXxjh3+WDDIZf5TIp/CPFcN2PvT4jNWXLuY6IO5hTyMey0h2pCCD8FBStgBDUwwGaQQ8JgW2paZJ6qSdww4+oDwlwGSP+kEQXCBvd87robgFHUh7AXH1wPHEiPcV9ezLkrYYj0RxsMs76fp/PTTT7Snx5vv3+bAt55v2fPcs2pqPOEdsOA737xlkbx92h0vzh4o39nD48PPejZUHnw8KGr7R0V6jrW+V8eYJiIMP264nqnVpJdxNXLtTEMO+Oxn/OQ8wTDceNH1lxbATjCM4LEcPjJIsFzekshuAFGLFtCPiuYLtPBkXFqwgTOrOen6E+TIj8iolHW1nHSiOZK1Isp5y/Zt9M1EGsLUPEUbbcLjafd/f5BWGZ30cOd+EGwa+Ud6+w7WzH0fuH4cYSxDdFOCmgcEjYX0powA9UQTahIAS1Mpb03Vskx0PrSI5+XEHxYBYEEZv5zS+5hEd9wGPFci5FfMoCK7e0mDFbmbna4NE3GkQBLQtEXR1Gq9GvAqZ/QwktWuFz4vJWP1TclrqEBgw4o1Emk3naBuulEyYeGuIp8mz8aOdWAhiRViG6KYI3BQElKBW0NLsYK/EosMNN43Ic4hbao2O6KmVcBOdPT2UKQv9aHHAsJNz0ZfwXNK8KheZ/DkO/tlD3ndYBstLikXHfxwcodx/HibTWLH7jIslGXeMuZPj4YtmcRzrcGHTQZyGR17HaXldRpJp4rQBvAmWZSXki21HuMV1sSBYxCXxiZNOHSdtmFKQyRfMhqkkgba6QJkcPn16ZYewHbdZBwtsYxHkyXKiOnjdWD8+Ip+fEOczT+rFwpsGxN2J9YbHCfKLtfWoCDQfASWoFbQhO9grCS4CDKUdYfgKskdhR8SwNNN8/689E81rjIaO0FHtZ+lLygbdM5bBspJCm1LUBfonjIslTSctDOlQTvIFsFfeVZxX8fEqzWQZyJ8vtt1P1oHnAYY6EXcxqZ92HYDskjKpw3yS8bhOvWlgOsShLY8OjoZL5olxFBYgfAyHkW3MO9aPj0HOw7+IO4v1hsd9lq2iCLQRASWoBrVq179/YqIPDY7ICeaf4w5dOykAoftNQ0Dr23YElKAa1cLmbMJczlP1cFc9uiOfiNdLRUARUAQai4ASVIOaDt5TkDD31ErIeYrMIaeErp4qAoqAItA4BNpMUI1rjCKDMZQXGJFXXARwHBxtw3NScioCTeMVAUWgsQj8LwAAAP//J1UC6QAAAAZJREFUAwDm/ecZjT5Y4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48" name="AutoShape 4" descr="data:image/png;base64,iVBORw0KGgoAAAANSUhEUgAAAagAAAClCAYAAAAJW2mqAAAQAElEQVR4Aex9TXLbSLbuScjx2jOpNlCUVyDVTH4Tg+6edZRNR7nf1PQKLK/A8gpKXoHl6buusOyKO7stwZO2405KWoGl2oClmfuGibzflyAokMQfSYgEoIPAIYDMk5knv5Tyw8lMAJ7opggoAoqAIqAILAEB3/c3fP9v/pX4G3nFKkHloaNxioAioAgoAgsj4Pv3+13//okR76uR8PhKvK8MZ7ykbEpQKaBoUEMQUDMVAUWg1gj4vr/ddcQkr2HoFuQS8jEhvN4yIq+hF/jwsBA32pWgRlDoiSKgCCgCikBVCIBsNo14gYiQmM6tyNPj4GgD4idkg+HQIVHdM9BHutGwnye6KQKKgCKgCCwbgdaXZ8Q7FJF1yKmVsCfinfnj80/biJMgODpA/CbOTyHwplw6nCKF+9UfRUARUAQUAUWgIgSGc0r0nC5BPr4nXu9q3imeg/L+6Pr3L3wMAwZBcAE9kJg4T8oHkdEUjz8qioAioAgoAopAVQgYkV3BhuG7XZIPTuP9I+JeUhBwDlk3kacl0DtD+L5gM2JdeiUogFHHXW1SBBQBRaCJCPjRQgd6TzA/5DAfjtEOAgqOgqO9I4gVrx+FSmd4lFBCR1Ai9iHDPP6oKAKKgCKgCCgC1SBwy80tIa+P8IoucBztVuwmh+8oRsI9ibaP0UFkqM+5KPEx9KcEFSOjR0VAEagIAc1GEchCwDwBMR1ToHEP8tFK6IbzcB7vQ1K7taEEFUOiR0VAEVAEFIEqEdhIyQzekn0Th2PI7xBe00l8PTwO030/U4IaIqIHRUARUAQUgcURCIL/Coa5bGGYbkg2UQgIKTgOjvs4PmeIFfmVw308p0B/E0fOX12CuFZCUChfd0VAEVAEFIH2ImDes26eeJPDdwyWo+CIiyHgTYlguI/nwg36fR5FrFtc4UUX+qsIKAKKgCKgCFSDgBXjSMeK7Pq+Hy+aGMvcirc3DNi67993etB/wTArawc8evxRUQQUgZIIqJoioAgUIhAN8zkvis85BaGYEyteN5TQEQ8zoI5FGCUUuTDiuaFBI/KKcYLNg+iuCCgCioAioAhUioCVQR8Zcsk4SMoeeBL6uJ7Yv2OeKfRBSq8RsQ45Da+Wn4sSFBDRXRFQBBSBG4DAUqsYRK8vAilFnhSH74x4X7r+/TNIADnjNcMFG0jqlQWJMR0u3a4E5WDQH0VAEVAEFIGqESDZHAf/7FkM5YlYLi+/RBl8cwSfgeIR1/YN44+Co13qI360K0GNoNATRUARaCQCb8+t3FT57czN29S93TindBwc94+Dow14ST+QkHjk9THCGZ9WByWoNFRuaJhWWxFQBBSB60aAXhIJiceispSgihDSeEVAEVAEFIGVIKAEtRLYtVBFQBGoFgHNrY0IKEG1sVW1ToqAIqAItAABJagWNKJWQRFQBBSBNiJwUwiqjW2ndVIEFAFFoNUIKEG1unm1coqAIqAINBcBJajmtp1aflMQ0HoqAjcUgXYQ1LsvG/IfX/xcefdl84a2sVZbEVAEFIFGItAOgvou22K841z57vVFN0VAEVAEFIFlIrBQWd5YanoZRZ7IVPz5nvxHivx2vjvyaP7/l+2xcvRCEVAEFAFFQBEoQMBz5BK/x2rgfcn1QlK9FHkhJkWs/DrKy/P+iN6V9ecJjgfy25994bBcgXEarQgoAoqAInBzERj3oK4dB7uFIp6Ita9l4J05sqLXhkDdbyYCWmtFQBFQBLIQ8LIilhDOj1M9AVF9AVHtL6E8LUIRWA0C8QhF1rEhb6ReDXha6k1GYJUElcT9mbz980SH/ZKQ6LkioAjUGwG17roRqAtBoZ52SwZrgZIUoNBdEVAEFAFFQGpEUGwNkFRoDnmmoggoAorAEhE4FysvlypLrFxTi6oZQQFGa+65VX44bfiu5isCikBTEDD2TP7R2VuqNAWbFdpZlqAuxdiPuRLffYi8GumJOZ2rbtbuzZVOEykCioAioAi0BoFyBGXsifyy6edKfPfxuLM70nv847Y87hgR80hE3kDK7h3Rh3vLYqV6ikD1CGiOikANEChHUIsa+vjHQxBVX9bCO1LWqzJeT3RTBBQBRUARuLEIeEut+aM7Z7I28FHmOSR/N6KvRxLdFAFFQBG4uQjMSVALAPbozoUYUzzHZOzGAqVoUkVAEVAEFIGGI7B8giJgv/x4wIOKIqAIKAKKgCKQhcBqCIrWcFUgjyqKwJIR0OIUAUWgGQisjqBWhc+7L5vuMyDucyDne+49gHwXWp7wcyJv/+yt5C0XtJdvf6cNeTYm46g7ki/RhxyX/fZ42j36NAtwju15e34oSVvj80VWbbJubB+WEedXdHx7vu/e5M80Li1wos2r+rvUchUBRWAKgdURlDWbU9YkA6w5S14ufG6kDzKyEn9SxH0ORF6IyDPhw8F5ws+JiH2HtF+Rx6EjOCS8tp0dLgn07fkZyvzi3v5OG/JsTMZRdyTesfAzKQOPtlv3zkN23qMOes6OmTaSgGLyjInn7fkFMLrCmWWPbBHi/VCStsbnRjZk1o1lsy6sG9uH5cT5FR3Z7tSnuLTescM6eqHrmSPRt+cHjsRIYHkEGttBW9KkqF7WbLvy0tKmhv2pH98swrQJ8VbmeHPFRBrxDppQ1Xlt9OZNuFC66E61k5uHkROpdssvr3xZD12Hz44jr9Mqn9+4Ju/o+SkSEqhIVTYnyrBbws571EGjY/7ule/w2BlHxPnV4cBPp7hOXiLiEVlPFHY9pyQM2sCyo7pUXU5HonyfiKubfSdrJvuN+6HddPpMkybF1q3npp/Mk+UV56kadUcgfnZ0kWPL5/O9lbThwCtexeeF9X4nHzsNzwsqey0TyY5vdHcdolx/Jz9vw0ed4zUQZwmD6LXRU6PHI7IaG0qYqSqKgCJQDQJeNdnMkAvvwEWeFKR4I3xmqkCpBtG487WvFyYpkhPJTuzWgnVqb3KSE992L/KwvZXUmikCikASgeUSFOdVOCyTtCDtfC0s9rDS0q0qjHXifMw85Y/ISdbnSX4j0ozISQn8RrS3VlIRGCKwHILinAHnbKJ5lWHRGQcjzxviPY1XwHgHM6/yY8freRzKVHIaR3P8auBhIljJaRyUFl5plRSBCQS8iev0S6644+T9LMK5ApISV0VxzoBzNum5J0PfyC+d7MnopGb9zjsSev2ZzBp4rGtnpjQi5+5t8SJvJF4FlHyDPJ8vo8yYaW3VoyHhWYf1orfvi7wfYUSsiEtSRC5rW281TBFQBEp/sLAjnLyfRThXUI6Uomag5/S4M1sHH6Wc9fdy2MG/cp0X37Ruw65MibxExueQ8ruVXSm7RUOCRXNxcW6XOHnlXrb7uLPp3hZPrOLVP8k3yMdvnedb5CnGPEXa+uxJgkieW7mQyY0eprX7k8E51yBttOXjzsYQo97Y931ibOIj9YiRe4lxTq4apQgoAitBwFtJqclC2UmF4U/FnlMy0Vznb9DB/yDslNhBsVNnB883rf/jTiBT0tmD7qYYeY7SSBA4FO7lPxNivJJkZk5hNz9bsjvX0Gc4qPZ5skIIoEDMSPhrIfE2wPFKiH2a/L87J0g5vkceaZnhz0t3g+FI+04wnkmJq0UX5NwKD1z5rHOaFJqANk5LlxXG8grzVAVFoPkIeCurwoiYNn1J65yqNszKGTr46bt0Kdg45BiGfAN7OZJa86ibn2n0HFiJYSt0XHz7+6IdaL411ceG4YkjfL4YeJHcy3mkl8L24Q3GImUtkpbtw/KzpChvE144vLLST4azvKI8ryHe7m1v2L0df3myPfvD29dQb2ZpX9/ehPgqt0thQMyqEK+KTObKg8N/XFrtntb/Utypz1VIRYkcgZpyw49WtqVoC71ekQriL92nSRbt5JFRI3eubhTpFNpuw95SbnAKDclXaEfs7W0x4fHSRFBeXYDzpI8JkWMVKYeBVLN51WQzdy7rSPlE+DocLqiI5mUQVMOdQ4H0+opMM3azSEXEFhOUkb25PD5pyVbug5VvnOfRkiprNRQBRWAcgVUT1JU19KhIVHxH3FVozc68g0oMYl3zM7oUL6ymrPxy6hvr2WKv2t5wjOrbempZqxBYXWW81RWdWfIz90JTruDKVFlRxGAwPZE/qynR0FVRquBGe09Ehy9Q5TFbLtV7ygZHYxSBNiBQkqDMae4qpazVRqNw4ZLtNwCs3EIDvvInNHyAFUlqtLu5qAXtMVI88WtlcSKUxm8c/s2uhLGKUTY6GqMItAKBcgQ16yqjyVVHbjl3py9c4h09l1P8fBGHwfhgcCtgTlTC87YTVxmn4exLpTNyWkJw9UWUmYsMzc3GqHrUNUdFoHYIeEu3iK+H58OmIvSo8os38kKiJdn5ek2KDaXYgxLdFAFFQBFQBJZPUDHmfKhS5H18mXkceCUfaM3MQSPaiIAxOsTXxnZddp20vFoj4K3UurWwDPn0VmqjFl5PBMrM5dXTcrVKEVAESiKwWoJyT8Sb0wJbO60b5iuosEaXQCD6cGIJRVVRBBSBpiKwWoIialyAwWOefJcSD7/KNWzXkGWZoSmzdrPnqW5J8fsD1YMS3RSBtiOweoJqO8KT9bODi8mgqWtrS6z0m0rVngDnWRdUx9xwjArg0WhFoA0IrJ6g+K2pNiBZtg63pHhy3xidd5OCoV8+hlDHh7llju2a/gfmsESTKAK1QmC1BBW9VaFTK0Su25hHd+hBFTwHZrckwua6ralx/raYyMO1thD5zfofqPFfnZpWLwRWS1BrptzH6Pjgb71wW9Sa4odMPW9v0UIand6YYoys3ZMmeFFlXjL87kt75lkb/YenxtcDgcgKLzqs4Jef2eAwTXHRBd5GcQb10zBlXuP0UN7+ubiHUOrNFfVDSLxBGYw6MvAWJ/I6eKvlPsFSw4ZSkxSB60PAu76sM3Lma2z4aQ2RJxkak8FlOqrJNPW+5qc7REoQrz2Ye6iPnsXb80Ox8mu9wciwLhoKLX7biMgz+e3Pct/qSiuKr9PyvD/SoioLs6Z4VSI/zsg2q6xQzUgRaD4C5QjKehtCYplnGIJp6AnwMxpvz8+En9Qo5zlF6IZhOz87YaVMvdbFfdTxz/KeFDs5droD70xEHkKau2d/TmO8Tta+FtZ5PDT/iqTm/h7lRb5iBbFGiufTRDrCFySz/aT120fUkC+QLhL+DUO1BnsoHHIusrcN8edSo80rZ4vdcsQy8L7I23M7kzCN2Hco5xlktslgjt1X8QZxFFy7/VbI+bcyfwzrQvzodZLo0zowhjGOw6YkJr7DUATpalfr2Qzi3CP/BsqkYp1JOCQe3hSlpeFNVnyjRFITme3vMS3PMmFeWG4UgDdubD9nI25KaG9SfjvfdURMz5g6Zcqup05gXvz3XqHsfa4NQZmn3wLz5Nte2wV/LrXBHLZISYKi6tLlUjzbX3qpyyrQDWGZ3dLFsfMiUQ28r7hBOBMSFuXt+QXmYb46UNYjVQAAEABJREFUEhPhsOl66TyboBj9DZT8TIt0hMTDmyLiQnwoJC7eWNF755CgQG+ZdXfPdZmiN6bEFq3jBDdzuKmjvUnhcC2JOPKM+9DTvYkIqM2lEagvQRl03u4fu3RdmqcYzUWVmWeZrFtHSFiUNnhKk7VLXvNvgH8LybBy5+sJjJbjKeXZZYQes1S4kcgqzE6zUgTqh0A9CYrfjOJnOeqHV/UWuRfmlr67rr78JuQY/S3MQ+T1qZ2rQ8XtXIfVh/VBWC1pIQJ1I6hL4Vd43T9zC9FOqxKH+tYGvozenCC6pSHwuNNHcLNJam3AxS5lhytR3YJd30dYAJBGNx2BOhHUK1kLN4UT401HdVb7SVKPf+T7917NmjRfH3fsVriyKF+tKbEkKXrXItV18swryvP6UeBwZRjiZqQi+5v6jNv1I60ltASBVRPUubADXQvvyOPOrrCjbgmwc1WDGNCDLLtyLbuQc2Gn60gv5PLYbM2mxdC7XgtJ5sUfu8yvG7x1eeluiphnvm51sVyVSvsXb2ORGn6duTqg2p9T7/cdf2H5z//L/4XWggWCCgNHEvyHmZSqh52Yv8gbMfJcwvAnkBI8ps4eiGmxpY38PIOVl64eWUcJq+mos/KPw8Ur83xT9h8UPchfNn031EmseIefrT0Z814cMXU2Je50K8cGOMZ1zTqyzEnLqrymJ/K40wO53EG2byAzeFTwKvn3txbGf3sXSC+5fzus56Lt6goZ/tD+qzZ+Pwyd7cD/pTKfbpktV9VeJgJWjmVRGYT7yzR52WV5bkjtH5094T/MpPAO/HHHgEjyhWTDO/80WQvpHUXpmT+HaX7p7AvvJKuqLf/hWYdcuRNUUlxuGR3g+ONBNeXAXmL1uLPhyIqdKjtKCjsnkVf4434ZSdhFZ/0D2qk3IqbYiKqxIYEWYcAy4/Kv88hyYoz4N0hyJj4UEXb8VxiJeQSM8Lf447bw72/SWy+qU0z4VdaHWEZE+4NrY9pNYdtOtbGgrdHOrCf/J93/0o/lnq+q0mbNSxFYIgJeJWWRbPjPlibsROJC9DgfAsSVnWrcibrOqbMr8TXjJzvc+Upqbir+DZJEYkzY8XPIdHSNzryuf4tsO7bhyFa07VQbd/bczSTr2dxWUssVgZkQqIagZipSlRUBRUARUAQUgWIElKCKMVINRYAIqCgCisCSEVCCWjLgWpwioAgoAopAOQSUoMrhpFqKgCKgCDQXgYZargTV0IZTsxUBRUARaDsCSlA1b+HeO3/DPcz3fmevlya/3+31Wv6wXs2bSM1TBBSBa0JACeqagF0kW0dKH+7u9j7snMjat69i5Vj4mYU0sfadDMI/oHvR+3D3sPdhh++sm7F4VVcEFAFFoH4IKEHVqE0cMf1+d9+RkthfYdoWpOy+LmIfQvk1SOoMokQFMHRXBBSB5iKgBFWTtuthqA7EdCbWPqvApA7yIFEFvXc7mzjXXRFoLQJasfYioARVg7btYTgPxPQOpsALwm91+z1ZkxOdo6oOUM1JEVAEloeAEtTysE4tCZ7TPobmOJyXGl9B4DrmqAIlqQqQ1CzqiYCVl7KoVPky4Hqi1Eir2k9QNW6WHhc0lBrSM+9FzHMx0pU17ycnPDfmkRjzSkTOIXn7uiMpHe7Lw0jjmopA/A7DRY58j2NT699iu5WgVtS4Q48G3lOOAUbeyEDuHD741IPsH/78OTj8+79OnPD850+Hhz9/2j188JnzTE+RUx5RrWO4T99+DZB0VwQUgWYgoAS1qnaKvuOSNed0KfCOQEj9w0efS30rCyR1IIPb20JSy67TVo/zXdnxuTFccNGD15f+PNaOn5U4Wp244/cmP9CW8/yWK2tSn9cZaaIy7vacbR92Atg58+dVojKHeUw+cwbcaH9WHecN540KbO07u6fK3OnTpnnz1nSKQNMRUIJaQQv2uGJP5F5G0ZcYwvPhGc3s7Rw+Ci5IavkkZffYmWeUnRrsOlB0+vDAvkDhNfJ/MSVWjqF30ft952CqU731bVsQPyURSSPLlN2T/pQ+85hIw7JYprjnxew7Z5cIsaVI0UYsYHcfcuLqx+fKjEzXj8v+UT70LMuDZBJyUZmM75HwPuycYej1D1ynYyrymjb1PuycQPSxAQCl+81CQAlqFe1t7W5OsbscwsuJL4xyJCUG81apqhjq+3epzs51/iQmdpRRp5+aYSJwXaw8Qae6lA7VddprciIsU2bferxRWPt2gpSvIeWfObPyRCKymnkZ/9BjOhESnkgH5ZbZaRsfG9AVmWXQUp16IFCBFUpQFYA4SxbsoKCfdXf/0Q3VQWHhffAXktBlej6WcelRw1BnJzt/kSxbh5qph3WEvgYB7ON4LXsPnhoyJrGwLJzOtrv09JZEOrOlHNO+58gYQ49joRkXDtNByKFHEk6GVm7wFjwuXZGZC5FGtgkBJahlt+b3sJdZpJE9qWjjcJ9YySKILXpHkrElOtL1DJVywdY+c15OOe3SWi5PK09KJ5hQjMhp/vQT2dFrPEaexUN+g/AAafMw5Q3FR+jk7W1Ykblp93b89sv2Rl5DLjPOvr69CfGLRMTUxmbBpgQFEJa6G8nqyE4xNMe7a6lsC2/vY06mmypy+yKtHM7J4C6d8195HWmcNO5Q2almrSDcFyubMrXNHcC86DnNlQEXI8CePHK7BF5vJF7Wb8wj6L8UkVNI9m7lMJf0OZwoku458Rket1rz88bhg88+xGAe8icxAjskbcMwrZDspKHbEzHhcetFbm/Xpn04p+vJsRSJ2PS/0RVVRAlq+cCnD5mhg6vaFHpRJL1UeRSkEpR433ZhR96w16VYeRktf/8cd6jsVDcZJuzYRS7laiPRVeYZIts82xCdvTvP0MiLDA3YbJ6DHDaAV3+0rJ9L+R9+3kP4dlQ/IRmnZVFAGjbDc0aZzH9itSbnIWkHCuLjAzhM7fdKeW1TyTRAEWgOAkpQS2wr10FmledJICvenAeQ3YHTulN00tuHKR0qI7kknh27DG5vyvjd/9ykwnwLBJ6beU6PAyRikjKVbmIFYCL+EulBsp/2E2FTp1H9PvsTdUvqZZNGuhd56fBK5jBxjvocCG8IJsLdpTW77qg/S0dAC1wOAkpQy8E5KiUMM8d3cbe8coKSNZNxl+/MBznd9tlJu6ucn6Hn1s/pyHNSzxIF7+PB50128vQ48lIObw7Svdc1zy9Kn8wbbdXHdbonNRtplHrGTThUO+6Vonju9iF/VRSBtiKgBNXWlp2rXpYdb3rKgfRIPOmRGaHfb/MOHx5ORvwiwZgbIjGVziLMqBs8vVnIaVSekYxhS/vQzeNJqW1rSJy5yhHuJvUGpkz63Mw1UhGoMQJKUNfROFl5huJL+ob5j/SIZYUOO9X0CVJ24hNzJGXsch2rMSSpMurldWgP5obKJ4CmtT38Tu+etz8dWBwCL4qEkU6+t/6d0s7mIjXXgc0gunFtkHEPw31jQ5ju+u//OhnX1CtFoD0IeO2pitZkIQT4toesDObsxJnd8I0Y6R05FeaRGe0Zkm/aPNjlXN7TyGaTTg6hTVm9ZbkycpTy6sQ+7H3YOdMFD1eI6JkiECOgBBUjsYxj9kIIrnRbhgXZZViT0qlG6ot14sjDCL0NqWibnVSyyTedYMoaam359IPbJKgsou6Ida+KAlHd3e/9frc3JNWyllSpp3kpArVBQAmqNk2xYkOs3ciwIH0xQIZyanAo5RYDSKmtPCkUZ7fJ56LmFcl+pm2qZDfcueZxmDFvOBdEZZ+5j1euffsKz+oEZOUIaypDDVAEbgAC3g2oY32q6Hnp8xCwsFfydTlQbd6e7Tmuui4dkMyLuUUkfVVgRq2cJ7rmcX4q/6Hfq/RbICtHWCCr6EW8GW9zv0qiZ4pAexDwZq2K6s+PgOugspLnDLFlJdHw5iHAv4HDB5+3xZhHkv1CX0nZ1sXKExmEf/R+vzvXwo6UPDVIEag1AkpQy2+ejLtn26/aFM5j9OCZpco7f6Pq8jLzy169mJlkSRGnYqQrVUsoB1KwcfFIvDJPSFbRl5FPC5JF0dE7Dk+iC/1VBNqLgBLUstvWmKwFA1skkkrN4WuLrBxLmvyf/9ksWdZMw1ipeXpStiy53m0q9wsuF69cZlyS78jq50+79KwgRhxhmlewNmtRBaIEfy/qSREIlfYioAS17Lb1zEFmkVZKPRMjJTZ6T+jodjNUzznUNBaXM0+08MOgVnxZ5fb9dpa3sb1Ks7LKjgjTERaJ/Sn00hdW0JNapicMQ3RXBJaJgBLUMtFGWUNiyBrKuYfJ8GqG+tb+TSLMWL5upucwsjtxkTDMIjrUKH/v/X63B40OZGW7W0EnkuaNrM9LvkyHtgpSpcKFDPCoDty7DUXSSSr1oeCVQa0FXyMCNzFrJajVtPo0QVzZsc/O7+py9rOe+5ifzXpP26UM/kLyGst42ImnE6eVJ+5FsmMpii+cF2dtXl2LM6lKw0ggadu85Bu9OonDn9PyP+HYak1iByKzKVJq+b1rGyN8jkqmttSHgqe0NEARaCQCSlAraDZ3VyySTgYi0Qfpft+Za1jMkRMIJbNaVvZdh5emYCW9ExRsa/zekT/bwopb30hOK/WeYHm8T5GyiwBWs94QkHDE2ixP93TyhbrD6zQPqOPycoYU/qTbX5hMFRSB5iKgBLWqtlvzsjo4WrQuVo57v9/dd14IQwqkB0LDHfoZ0j3JUT3lpzIy4/NXn23J2regTIdKm3v04qzk2ZJpxnVEcF4H+aY/dDwIg7IkxboJyBp5ZQyfCklZprYsD2gtZbh1KjEDzGw3B0xSvdDj48cbVUTKYEC8qm+FeXIMhSMIZWyuSkeq2LwqMtE8Zkcgmosyz3NTYhIcpPCVnT3Ip4+jH+vzvIf5Hcg+4khMx4jL81YuJZ8Uxd3pR8udkVXqDpKSE/fmhXc7nMAfUyJ59T7c3YXNtCdJTmnzP2Npl3JhJGsRyrqQpD7s5N00SI/xa99ORCT9pbrwiofeMVSm9oOpEBfAd/EBM3ee82Ntuu2eoT05CauLMnufz8yL/95TKYkB8KoO/cVyMk+/BebJt71lyWLWXqVWgrrCYulnhw8+7YuRrM96X9ljhZ39a7Hwqj7suLkMnmOY6R3kGRTziAnR2I3pR6SI87z9+1/YEeYRyrrwo4Zr8gUd9gUkXihwBs/ii4j9FdmvQ+KdQ1vMM75e2dF5UdkETJtfoz5nPXh/joRBSO5IT/bDzhkMfw3JxjrnBsCVnflgrv0V5QYod3QDgnLcHpH+Du9+00nx+18Y53Qb/KOmKwKpCChBpcKyvEB0XH3J7jSrMORSjHT5rE2ZzNz8VPE74+Ks2KnHiwQyOm6zh/LZucdpVnoEDruwJ++moAPyfwKdFzD0tTvSkxXJqB+0ov1p4Q3A4C99qF5C0vZ7cnUDEjjC+rBzEpG+EOPpNFZeuvaajtEQRaAVCChB1aAZXacp8hSmZGtTNL0AAA2XSURBVHVeiJprP8Wwng8SnOku23W0Rrg8fDF74B06L1HqtQGPvsC2iqwiRk9zhvZGxTgyid7FxzSj8JQTEhIl3WuKEpwOv7QbXemvItBCBBpBUC3EfapKroMb3N6sqONEB2ieI89tRzZTpRUHoBMPSG7QPIXMsaP8nz/350i4lCSoX1/4iqGs54vKWfFRBrINnA/KqYu49mA7i3lfNs20HtIObvuO8KYjNUQRaA0CSlA1akp2OK7jHMgdscLVNOezmYeOC54YOsyNKjwXdqbIaxs20LsrR1T0TGB/FeWj3Gvd4bkeRg/BmucoaAaszXvhsOmDzyCJzzMPX7p2fvCpxzxkNqJiG8Bb+9RjHqKbItByBJSgatjAXE3H5eAgh03cod8R3umTsNJE5KkY6ULXgBT4WfDSd/Nlq468DyDbzhaWRzsEnbTIRyEh8Zo2Dm7/QIKl/WN58y0VsBG63TFZ83bH9JIXoRyM6cbp89LI7Bs7euC2j/pFWMf1Y71YPwrrR6ENrCPIBfUsOWyabRPzQNk9kOQPrq4sg8IynQBjd22ew5v9CTbO5K1ll6wxikAzEPCaYebNtZKdPe/0HWE9/Lw3dXzw+YAd3TIQcrawPNrBTpoeBIbxnE0/fzpkZ59mB8Np45T8/V8nafoMc2X9/DmYJQ3TLSKuzLh+rBfrR2F9KbTnUXCxSBlpaUf4sAwKy3TyqeewffBpn95sWloNUwTajIASVJtbV+umCCgCisACCKw6qRLUqltAy1cEFIGFEOgNnw1c8BgsZIQmvhYElKCuBVbNVBFQBBQBRWBRBJSgFkXwJqfXuisCioAicI0IKEFdI7iatSKgCCgCisD8CChBzY+dplQEFIHmIqCWNwABJagGNJKaqAgoAorATURACeomtrrWWRFQBBSBBiCgBJXRSBqsCCgCioAisFoElKBWi7+WrggoAoqAIpCBgBJUBjAarAg0FwG1fA4ENnq/7/jLlDlsvHFJlKBuXJNrhRUBRSAFgS2xcizLlBQjNGgcASWocTz0ShFQBBQBRWCFCCSLVoJKoqHnioAioAgoArVBQAmqNk2hhigCioAioAgkEVCCSqKxpPOuf98mZUnFphbj+/6m7//NT4rUeZuwDYZvJG2Pzv3NCTW9VAQUgQYioATVwEarwmTf/2uv698/M+J9MRIeJwXh9r5/f08SG8ICiB2X7kFCZXTa9f962J0g4fvT+U3kNU7acXoSzijjxInv3+9D58SI9zVpe3TufUHcmQ/ylcTmg4i7E3YVXU/anchOTxUBReCaEVCCumaA65g9Ot19I/YdbOtAUncrtoQXYnqpicX6k+Hl8ptMNX3t+/5G178PYpLXiN2CZO5BEJxlRjYswke9I1LuHnRRf7ThXsOqoOaKKAYzIqAENSNgTVf3fX/bijwrqocV77BIB/Hr9EpwHO0+PDNcrEMmdlOC8CaSTFzC9g0jXiAiW5CC3VKvQKdJ0be2jQhI2TyB1SXqDy3dFYGGI+A13H41f0YEPPH640nMeyvhD8fBkaHg/Cd0hK9EBpMd/MZ4uujKk3DMizIT15FW8a8Vr5smIt9P4tRG1g5kipzsG9pM22OxYh7ZSBfqyf37iZ0oJxnL88n4UEKWySgVRUARWDIC3pLL0+JSEPB9f7Prdw+6GLqBcG7mhEM4PoZ1YvWuf59zQCPx4QnFcTxCf7+b0PEjT4ZRY2JFtiWx4fogCIKLOAjnJ0fB0S6Oo7BhXOpdO9JPDOeZ3lCfh3P+lJEg+C8UmSaRbb6rr32YzAtlPz0OjvtIOCIxwRYE/zwMkB9Ox3boXTA8KWMKuEjG8RxBG90ErrgWfzj/hXDrwy5KN6HDtqBeLLxOxsfh8dFHW3WjebuzbjRHdtLFNcOpw/RGwn2ex4K6cw7O/T34sCEO16Mi0CYElKBq0JpGvBMRkxy62UIH9MJgOAudz4Zcbfdw6sSb8ISgz2E7FxfpDJAnzqZ2e5YMMmL3ff9vEyST1Eg9/5gI3YKNm7wedqjrPIeQnMbKQtjc+2R9kdHHIDg6wPGa91vEf4QryGLPCIfaZEjYjKfISMdO3wTwpmAUnzS463cP0AaYD3TkG88JIm/70Ay90WF+CEumFOoO83Tlj0XqhSLQBgS8NlSiBXWIO/XJqmyhY95jIDqpsc4Y1yNPJYVgToMgSCUHOz301UFHeNyF9+bDM/ATXhvLTRN00MF4uOcIzhtbHGEndISd6XiyxFU34YHE5yCDkddgpzv9g0TypZ3CjhdVFRa1m7sxSWZ5GV9YMZMYxlE1PKpJikD1CHjVZ6k5zoHAKTojzJt4XRHzXhKbFXnmgzSG3sKo84JKB+HOc/EkdASBMLcbkczOOxq2sm9kettCutdGvDMSlSS2uJxEEIf/TuNrI9aVb0XcUbDZcossoDna7+FsTJAfPQ8Eu51x7iT68VIJOIpbyi/rD0/yO7GYq8DJdhOxnE/btJgTRN2fioSHzBjXu2ib5zy/EupG83aSmKe7itczRaD5CHjNr0Lza2DF2w2G8yZWBn3UKElEuLzlOmp0UmPEA++qh0hBZzYiBl6Hw46N52lyjHkb5PUScRPlIERkHXGv4b3suSv3c2vTHYY/IYYkoRMML3EwPjbqjIahWB9EtHK3Yh4dB0fbED8Igoyh1HmqbtDOa8zzgjckyNuRH44nITBP5mjEnAWYZ4skcHrJeD1XBNqAwLIIqg1YXVsd2MnEmaMzQmdj3Z1zHBbfaYcpE+VDnYR3Yd4jj7NheObhKDjasxJuGhHemZ9PKlqRF0PSmYxy1+H48FMHZNl3Ee5n3At0QQU/sOPlpMCGg0SyCRvtRiJumacfA9xMVFFgiDnGiXzgxdp3Xf/+2X3//u5EnF4qAjcOASWoGja5wd1xmllBEJB4Pibitnz/r86LisOs2MP4vOiI/C6OgqP94+Bo08IrgP6YRwXSGcsb8aN9spO2In0Zblc22LNhkDv4vr/pTlJ+jkCYk0IvIqE6lpcZLiBIxDfuNIAHZERephjesSK/gqT2U+I0SBG4MQgoQdWwqdE5+UmzwsSdthU5kMRmxE7caYelCSqRjQTwCtBZjuWN+KGXEmYRy0foxDtXlQ3PQ2eDmSLa8aHCoXKpgxFxecpoM098398eXV7nyeJ5D3GczoikbCW8I+LmBcduEOxw/nE6lYYoAjcDASWoGrQz7pRHJDPsdO+Nm/V95D0MvYpkR5bQdcN7GCIcT528Yv4obw/HMdLB9QY6RD+pG4q4cvFHMqYrw22aNFwEhsCCXBuc1ow/YfTAbLLeYkDcvn+/LxOb7/sbvu+n2jyhel2X2yh/g5njuI3jaG4O51N7EARnx8FxH0RFm5OkD91bTI/j+G7FpIaPa92QKysv5aaKyIG0eEPf0+LaNaRqFsM5Xb97AOLYN+h0ZXxjh3+WDDIZf5TIp/CPFcN2PvT4jNWXLuY6IO5hTyMey0h2pCCD8FBStgBDUwwGaQQ8JgW2paZJ6qSdww4+oDwlwGSP+kEQXCBvd87robgFHUh7AXH1wPHEiPcV9ezLkrYYj0RxsMs76fp/PTTT7Snx5vv3+bAt55v2fPcs2pqPOEdsOA737xlkbx92h0vzh4o39nD48PPejZUHnw8KGr7R0V6jrW+V8eYJiIMP264nqnVpJdxNXLtTEMO+Oxn/OQ8wTDceNH1lxbATjCM4LEcPjJIsFzekshuAFGLFtCPiuYLtPBkXFqwgTOrOen6E+TIj8iolHW1nHSiOZK1Isp5y/Zt9M1EGsLUPEUbbcLjafd/f5BWGZ30cOd+EGwa+Ud6+w7WzH0fuH4cYSxDdFOCmgcEjYX0powA9UQTahIAS1Mpb03Vskx0PrSI5+XEHxYBYEEZv5zS+5hEd9wGPFci5FfMoCK7e0mDFbmbna4NE3GkQBLQtEXR1Gq9GvAqZ/QwktWuFz4vJWP1TclrqEBgw4o1Emk3naBuulEyYeGuIp8mz8aOdWAhiRViG6KYI3BQElKBW0NLsYK/EosMNN43Ic4hbao2O6KmVcBOdPT2UKQv9aHHAsJNz0ZfwXNK8KheZ/DkO/tlD3ndYBstLikXHfxwcodx/HibTWLH7jIslGXeMuZPj4YtmcRzrcGHTQZyGR17HaXldRpJp4rQBvAmWZSXki21HuMV1sSBYxCXxiZNOHSdtmFKQyRfMhqkkgba6QJkcPn16ZYewHbdZBwtsYxHkyXKiOnjdWD8+Ip+fEOczT+rFwpsGxN2J9YbHCfKLtfWoCDQfASWoFbQhO9grCS4CDKUdYfgKskdhR8SwNNN8/689E81rjIaO0FHtZ+lLygbdM5bBspJCm1LUBfonjIslTSctDOlQTvIFsFfeVZxX8fEqzWQZyJ8vtt1P1oHnAYY6EXcxqZ92HYDskjKpw3yS8bhOvWlgOsShLY8OjoZL5olxFBYgfAyHkW3MO9aPj0HOw7+IO4v1hsd9lq2iCLQRASWoBrVq179/YqIPDY7ICeaf4w5dOykAoftNQ0Dr23YElKAa1cLmbMJczlP1cFc9uiOfiNdLRUARUAQai4ASVIOaDt5TkDD31ErIeYrMIaeErp4qAoqAItA4BNpMUI1rjCKDMZQXGJFXXARwHBxtw3NScioCTeMVAUWgsQj8LwAAAP//J1UC6QAAAAZJREFUAwDm/ecZjT5Y4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9" name="Picture 28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219456"/>
            <a:ext cx="2386584" cy="758952"/>
          </a:xfrm>
          <a:prstGeom prst="rect">
            <a:avLst/>
          </a:prstGeom>
        </p:spPr>
      </p:pic>
      <p:pic>
        <p:nvPicPr>
          <p:cNvPr id="30" name="Picture 29" descr="ibm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2" y="509969"/>
            <a:ext cx="1344168" cy="43186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088880" y="128016"/>
            <a:ext cx="2231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 smtClean="0">
                <a:latin typeface="Baskerville Old Face" pitchFamily="18" charset="0"/>
              </a:rPr>
              <a:t>In collaboration with</a:t>
            </a:r>
            <a:endParaRPr lang="en-US" sz="1100" b="1" dirty="0">
              <a:latin typeface="Baskerville Old Face" pitchFamily="18" charset="0"/>
            </a:endParaRPr>
          </a:p>
        </p:txBody>
      </p:sp>
      <p:sp>
        <p:nvSpPr>
          <p:cNvPr id="28" name="Google Shape;88;p13"/>
          <p:cNvSpPr txBox="1"/>
          <p:nvPr/>
        </p:nvSpPr>
        <p:spPr>
          <a:xfrm>
            <a:off x="539496" y="1529935"/>
            <a:ext cx="976579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dirty="0" smtClean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What did you learned in this program ?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32" name="Google Shape;137;p15"/>
          <p:cNvSpPr txBox="1"/>
          <p:nvPr/>
        </p:nvSpPr>
        <p:spPr>
          <a:xfrm>
            <a:off x="962025" y="3163490"/>
            <a:ext cx="490561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Digital Era &amp; Threats</a:t>
            </a:r>
            <a:endParaRPr/>
          </a:p>
        </p:txBody>
      </p:sp>
      <p:sp>
        <p:nvSpPr>
          <p:cNvPr id="33" name="Google Shape;138;p15"/>
          <p:cNvSpPr txBox="1"/>
          <p:nvPr/>
        </p:nvSpPr>
        <p:spPr>
          <a:xfrm>
            <a:off x="962025" y="3592115"/>
            <a:ext cx="4672012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 our modern interconnected world, digital communication and networks form the backbone of society. However, this hyper-connectivity exponentially increases the risk of identity theft, system breaches, and financial fraud.</a:t>
            </a:r>
            <a:endParaRPr/>
          </a:p>
        </p:txBody>
      </p:sp>
      <p:sp>
        <p:nvSpPr>
          <p:cNvPr id="34" name="Google Shape;139;p15"/>
          <p:cNvSpPr txBox="1"/>
          <p:nvPr/>
        </p:nvSpPr>
        <p:spPr>
          <a:xfrm>
            <a:off x="6557962" y="3163490"/>
            <a:ext cx="490561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Scope of EC Engineering</a:t>
            </a:r>
            <a:endParaRPr/>
          </a:p>
        </p:txBody>
      </p:sp>
      <p:sp>
        <p:nvSpPr>
          <p:cNvPr id="35" name="Google Shape;140;p15"/>
          <p:cNvSpPr txBox="1"/>
          <p:nvPr/>
        </p:nvSpPr>
        <p:spPr>
          <a:xfrm>
            <a:off x="6557962" y="3592115"/>
            <a:ext cx="4672012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Securing electronic data transit, wireless channels, and connected hardware devices demands a thorough engineering approach. This involves integrating both hardware-level defenses and solid software protocols.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 descr="data:image/png;base64,iVBORw0KGgoAAAANSUhEUgAAAagAAAClCAYAAAAJW2mqAAAQAElEQVR4Aex9TXLbSLbuScjx2jOpNlCUVyDVTH4Tg+6edZRNR7nf1PQKLK/A8gpKXoHl6buusOyKO7stwZO2405KWoGl2oClmfuGibzflyAokMQfSYgEoIPAIYDMk5knv5Tyw8lMAJ7opggoAoqAIqAILAEB3/c3fP9v/pX4G3nFKkHloaNxioAioAgoAgsj4Pv3+13//okR76uR8PhKvK8MZ7ykbEpQKaBoUEMQUDMVAUWg1gj4vr/ddcQkr2HoFuQS8jEhvN4yIq+hF/jwsBA32pWgRlDoiSKgCCgCikBVCIBsNo14gYiQmM6tyNPj4GgD4idkg+HQIVHdM9BHutGwnye6KQKKgCKgCCwbgdaXZ8Q7FJF1yKmVsCfinfnj80/biJMgODpA/CbOTyHwplw6nCKF+9UfRUARUAQUAUWgIgSGc0r0nC5BPr4nXu9q3imeg/L+6Pr3L3wMAwZBcAE9kJg4T8oHkdEUjz8qioAioAgoAopAVQgYkV3BhuG7XZIPTuP9I+JeUhBwDlk3kacl0DtD+L5gM2JdeiUogFHHXW1SBBQBRaCJCPjRQgd6TzA/5DAfjtEOAgqOgqO9I4gVrx+FSmd4lFBCR1Ai9iHDPP6oKAKKgCKgCCgC1SBwy80tIa+P8IoucBztVuwmh+8oRsI9ibaP0UFkqM+5KPEx9KcEFSOjR0VAEagIAc1GEchCwDwBMR1ToHEP8tFK6IbzcB7vQ1K7taEEFUOiR0VAEVAEFIEqEdhIyQzekn0Th2PI7xBe00l8PTwO030/U4IaIqIHRUARUAQUgcURCIL/Coa5bGGYbkg2UQgIKTgOjvs4PmeIFfmVw308p0B/E0fOX12CuFZCUChfd0VAEVAEFIH2ImDes26eeJPDdwyWo+CIiyHgTYlguI/nwg36fR5FrFtc4UUX+qsIKAKKgCKgCFSDgBXjSMeK7Pq+Hy+aGMvcirc3DNi67993etB/wTArawc8evxRUQQUgZIIqJoioAgUIhAN8zkvis85BaGYEyteN5TQEQ8zoI5FGCUUuTDiuaFBI/KKcYLNg+iuCCgCioAioAhUioCVQR8Zcsk4SMoeeBL6uJ7Yv2OeKfRBSq8RsQ45Da+Wn4sSFBDRXRFQBBSBG4DAUqsYRK8vAilFnhSH74x4X7r+/TNIADnjNcMFG0jqlQWJMR0u3a4E5WDQH0VAEVAEFIGqESDZHAf/7FkM5YlYLi+/RBl8cwSfgeIR1/YN44+Co13qI360K0GNoNATRUARaCQCb8+t3FT57czN29S93TindBwc94+Dow14ST+QkHjk9THCGZ9WByWoNFRuaJhWWxFQBBSB60aAXhIJiceispSgihDSeEVAEVAEFIGVIKAEtRLYtVBFQBGoFgHNrY0IKEG1sVW1ToqAIqAItAABJagWNKJWQRFQBBSBNiJwUwiqjW2ndVIEFAFFoNUIKEG1unm1coqAIqAINBcBJajmtp1aflMQ0HoqAjcUgXYQ1LsvG/IfX/xcefdl84a2sVZbEVAEFIFGItAOgvou22K841z57vVFN0VAEVAEFIFlIrBQWd5YanoZRZ7IVPz5nvxHivx2vjvyaP7/l+2xcvRCEVAEFAFFQBEoQMBz5BK/x2rgfcn1QlK9FHkhJkWs/DrKy/P+iN6V9ecJjgfy25994bBcgXEarQgoAoqAInBzERj3oK4dB7uFIp6Ita9l4J05sqLXhkDdbyYCWmtFQBFQBLIQ8LIilhDOj1M9AVF9AVHtL6E8LUIRWA0C8QhF1rEhb6ReDXha6k1GYJUElcT9mbz980SH/ZKQ6LkioAjUGwG17roRqAtBoZ52SwZrgZIUoNBdEVAEFAFFQGpEUGwNkFRoDnmmoggoAorAEhE4FysvlypLrFxTi6oZQQFGa+65VX44bfiu5isCikBTEDD2TP7R2VuqNAWbFdpZlqAuxdiPuRLffYi8GumJOZ2rbtbuzZVOEykCioAioAi0BoFyBGXsifyy6edKfPfxuLM70nv847Y87hgR80hE3kDK7h3Rh3vLYqV6ikD1CGiOikANEChHUIsa+vjHQxBVX9bCO1LWqzJeT3RTBBQBRUARuLEIeEut+aM7Z7I28FHmOSR/N6KvRxLdFAFFQBG4uQjMSVALAPbozoUYUzzHZOzGAqVoUkVAEVAEFIGGI7B8giJgv/x4wIOKIqAIKAKKgCKQhcBqCIrWcFUgjyqKwJIR0OIUAUWgGQisjqBWhc+7L5vuMyDucyDne+49gHwXWp7wcyJv/+yt5C0XtJdvf6cNeTYm46g7ki/RhxyX/fZ42j36NAtwju15e34oSVvj80VWbbJubB+WEedXdHx7vu/e5M80Li1wos2r+rvUchUBRWAKgdURlDWbU9YkA6w5S14ufG6kDzKyEn9SxH0ORF6IyDPhw8F5ws+JiH2HtF+Rx6EjOCS8tp0dLgn07fkZyvzi3v5OG/JsTMZRdyTesfAzKQOPtlv3zkN23qMOes6OmTaSgGLyjInn7fkFMLrCmWWPbBHi/VCStsbnRjZk1o1lsy6sG9uH5cT5FR3Z7tSnuLTescM6eqHrmSPRt+cHjsRIYHkEGttBW9KkqF7WbLvy0tKmhv2pH98swrQJ8VbmeHPFRBrxDppQ1Xlt9OZNuFC66E61k5uHkROpdssvr3xZD12Hz44jr9Mqn9+4Ju/o+SkSEqhIVTYnyrBbws571EGjY/7ule/w2BlHxPnV4cBPp7hOXiLiEVlPFHY9pyQM2sCyo7pUXU5HonyfiKubfSdrJvuN+6HddPpMkybF1q3npp/Mk+UV56kadUcgfnZ0kWPL5/O9lbThwCtexeeF9X4nHzsNzwsqey0TyY5vdHcdolx/Jz9vw0ed4zUQZwmD6LXRU6PHI7IaG0qYqSqKgCJQDQJeNdnMkAvvwEWeFKR4I3xmqkCpBtG487WvFyYpkhPJTuzWgnVqb3KSE992L/KwvZXUmikCikASgeUSFOdVOCyTtCDtfC0s9rDS0q0qjHXifMw85Y/ISdbnSX4j0ozISQn8RrS3VlIRGCKwHILinAHnbKJ5lWHRGQcjzxviPY1XwHgHM6/yY8freRzKVHIaR3P8auBhIljJaRyUFl5plRSBCQS8iev0S6644+T9LMK5ApISV0VxzoBzNum5J0PfyC+d7MnopGb9zjsSev2ZzBp4rGtnpjQi5+5t8SJvJF4FlHyDPJ8vo8yYaW3VoyHhWYf1orfvi7wfYUSsiEtSRC5rW281TBFQBEp/sLAjnLyfRThXUI6Uomag5/S4M1sHH6Wc9fdy2MG/cp0X37Ruw65MibxExueQ8ruVXSm7RUOCRXNxcW6XOHnlXrb7uLPp3hZPrOLVP8k3yMdvnedb5CnGPEXa+uxJgkieW7mQyY0eprX7k8E51yBttOXjzsYQo97Y931ibOIj9YiRe4lxTq4apQgoAitBwFtJqclC2UmF4U/FnlMy0Vznb9DB/yDslNhBsVNnB883rf/jTiBT0tmD7qYYeY7SSBA4FO7lPxNivJJkZk5hNz9bsjvX0Gc4qPZ5skIIoEDMSPhrIfE2wPFKiH2a/L87J0g5vkceaZnhz0t3g+FI+04wnkmJq0UX5NwKD1z5rHOaFJqANk5LlxXG8grzVAVFoPkIeCurwoiYNn1J65yqNszKGTr46bt0Kdg45BiGfAN7OZJa86ibn2n0HFiJYSt0XHz7+6IdaL411ceG4YkjfL4YeJHcy3mkl8L24Q3GImUtkpbtw/KzpChvE144vLLST4azvKI8ryHe7m1v2L0df3myPfvD29dQb2ZpX9/ehPgqt0thQMyqEK+KTObKg8N/XFrtntb/Utypz1VIRYkcgZpyw49WtqVoC71ekQriL92nSRbt5JFRI3eubhTpFNpuw95SbnAKDclXaEfs7W0x4fHSRFBeXYDzpI8JkWMVKYeBVLN51WQzdy7rSPlE+DocLqiI5mUQVMOdQ4H0+opMM3azSEXEFhOUkb25PD5pyVbug5VvnOfRkiprNRQBRWAcgVUT1JU19KhIVHxH3FVozc68g0oMYl3zM7oUL6ymrPxy6hvr2WKv2t5wjOrbempZqxBYXWW81RWdWfIz90JTruDKVFlRxGAwPZE/qynR0FVRquBGe09Ehy9Q5TFbLtV7ygZHYxSBNiBQkqDMae4qpazVRqNw4ZLtNwCs3EIDvvInNHyAFUlqtLu5qAXtMVI88WtlcSKUxm8c/s2uhLGKUTY6GqMItAKBcgQ16yqjyVVHbjl3py9c4h09l1P8fBGHwfhgcCtgTlTC87YTVxmn4exLpTNyWkJw9UWUmYsMzc3GqHrUNUdFoHYIeEu3iK+H58OmIvSo8os38kKiJdn5ek2KDaXYgxLdFAFFQBFQBJZPUDHmfKhS5H18mXkceCUfaM3MQSPaiIAxOsTXxnZddp20vFoj4K3UurWwDPn0VmqjFl5PBMrM5dXTcrVKEVAESiKwWoJyT8Sb0wJbO60b5iuosEaXQCD6cGIJRVVRBBSBpiKwWoIialyAwWOefJcSD7/KNWzXkGWZoSmzdrPnqW5J8fsD1YMS3RSBtiOweoJqO8KT9bODi8mgqWtrS6z0m0rVngDnWRdUx9xwjArg0WhFoA0IrJ6g+K2pNiBZtg63pHhy3xidd5OCoV8+hlDHh7llju2a/gfmsESTKAK1QmC1BBW9VaFTK0Su25hHd+hBFTwHZrckwua6ralx/raYyMO1thD5zfofqPFfnZpWLwRWS1BrptzH6Pjgb71wW9Sa4odMPW9v0UIand6YYoys3ZMmeFFlXjL87kt75lkb/YenxtcDgcgKLzqs4Jef2eAwTXHRBd5GcQb10zBlXuP0UN7+ubiHUOrNFfVDSLxBGYw6MvAWJ/I6eKvlPsFSw4ZSkxSB60PAu76sM3Lma2z4aQ2RJxkak8FlOqrJNPW+5qc7REoQrz2Ye6iPnsXb80Ox8mu9wciwLhoKLX7biMgz+e3Pct/qSiuKr9PyvD/SoioLs6Z4VSI/zsg2q6xQzUgRaD4C5QjKehtCYplnGIJp6AnwMxpvz8+En9Qo5zlF6IZhOz87YaVMvdbFfdTxz/KeFDs5droD70xEHkKau2d/TmO8Tta+FtZ5PDT/iqTm/h7lRb5iBbFGiufTRDrCFySz/aT120fUkC+QLhL+DUO1BnsoHHIusrcN8edSo80rZ4vdcsQy8L7I23M7kzCN2Hco5xlktslgjt1X8QZxFFy7/VbI+bcyfwzrQvzodZLo0zowhjGOw6YkJr7DUATpalfr2Qzi3CP/BsqkYp1JOCQe3hSlpeFNVnyjRFITme3vMS3PMmFeWG4UgDdubD9nI25KaG9SfjvfdURMz5g6Zcqup05gXvz3XqHsfa4NQZmn3wLz5Nte2wV/LrXBHLZISYKi6tLlUjzbX3qpyyrQDWGZ3dLFsfMiUQ28r7hBOBMSFuXt+QXmYb46UNYjVQAAEABJREFUEhPhsOl66TyboBj9DZT8TIt0hMTDmyLiQnwoJC7eWNF755CgQG+ZdXfPdZmiN6bEFq3jBDdzuKmjvUnhcC2JOPKM+9DTvYkIqM2lEagvQRl03u4fu3RdmqcYzUWVmWeZrFtHSFiUNnhKk7VLXvNvgH8LybBy5+sJjJbjKeXZZYQes1S4kcgqzE6zUgTqh0A9CYrfjOJnOeqHV/UWuRfmlr67rr78JuQY/S3MQ+T1qZ2rQ8XtXIfVh/VBWC1pIQJ1I6hL4Vd43T9zC9FOqxKH+tYGvozenCC6pSHwuNNHcLNJam3AxS5lhytR3YJd30dYAJBGNx2BOhHUK1kLN4UT401HdVb7SVKPf+T7917NmjRfH3fsVriyKF+tKbEkKXrXItV18swryvP6UeBwZRjiZqQi+5v6jNv1I60ltASBVRPUubADXQvvyOPOrrCjbgmwc1WDGNCDLLtyLbuQc2Gn60gv5PLYbM2mxdC7XgtJ5sUfu8yvG7x1eeluiphnvm51sVyVSvsXb2ORGn6duTqg2p9T7/cdf2H5z//L/4XWggWCCgNHEvyHmZSqh52Yv8gbMfJcwvAnkBI8ps4eiGmxpY38PIOVl64eWUcJq+mos/KPw8Ur83xT9h8UPchfNn031EmseIefrT0Z814cMXU2Je50K8cGOMZ1zTqyzEnLqrymJ/K40wO53EG2byAzeFTwKvn3txbGf3sXSC+5fzus56Lt6goZ/tD+qzZ+Pwyd7cD/pTKfbpktV9VeJgJWjmVRGYT7yzR52WV5bkjtH5094T/MpPAO/HHHgEjyhWTDO/80WQvpHUXpmT+HaX7p7AvvJKuqLf/hWYdcuRNUUlxuGR3g+ONBNeXAXmL1uLPhyIqdKjtKCjsnkVf4434ZSdhFZ/0D2qk3IqbYiKqxIYEWYcAy4/Kv88hyYoz4N0hyJj4UEXb8VxiJeQSM8Lf447bw72/SWy+qU0z4VdaHWEZE+4NrY9pNYdtOtbGgrdHOrCf/J93/0o/lnq+q0mbNSxFYIgJeJWWRbPjPlibsROJC9DgfAsSVnWrcibrOqbMr8TXjJzvc+Upqbir+DZJEYkzY8XPIdHSNzryuf4tsO7bhyFa07VQbd/bczSTr2dxWUssVgZkQqIagZipSlRUBRUARUAQUgWIElKCKMVINRYAIqCgCisCSEVCCWjLgWpwioAgoAopAOQSUoMrhpFqKgCKgCDQXgYZargTV0IZTsxUBRUARaDsCSlA1b+HeO3/DPcz3fmevlya/3+31Wv6wXs2bSM1TBBSBa0JACeqagF0kW0dKH+7u9j7snMjat69i5Vj4mYU0sfadDMI/oHvR+3D3sPdhh++sm7F4VVcEFAFFoH4IKEHVqE0cMf1+d9+RkthfYdoWpOy+LmIfQvk1SOoMokQFMHRXBBSB5iKgBFWTtuthqA7EdCbWPqvApA7yIFEFvXc7mzjXXRFoLQJasfYioARVg7btYTgPxPQOpsALwm91+z1ZkxOdo6oOUM1JEVAEloeAEtTysE4tCZ7TPobmOJyXGl9B4DrmqAIlqQqQ1CzqiYCVl7KoVPky4Hqi1Eir2k9QNW6WHhc0lBrSM+9FzHMx0pU17ycnPDfmkRjzSkTOIXn7uiMpHe7Lw0jjmopA/A7DRY58j2NT699iu5WgVtS4Q48G3lOOAUbeyEDuHD741IPsH/78OTj8+79OnPD850+Hhz9/2j188JnzTE+RUx5RrWO4T99+DZB0VwQUgWYgoAS1qnaKvuOSNed0KfCOQEj9w0efS30rCyR1IIPb20JSy67TVo/zXdnxuTFccNGD15f+PNaOn5U4Wp244/cmP9CW8/yWK2tSn9cZaaIy7vacbR92Atg58+dVojKHeUw+cwbcaH9WHecN540KbO07u6fK3OnTpnnz1nSKQNMRUIJaQQv2uGJP5F5G0ZcYwvPhGc3s7Rw+Ci5IavkkZffYmWeUnRrsOlB0+vDAvkDhNfJ/MSVWjqF30ft952CqU731bVsQPyURSSPLlN2T/pQ+85hIw7JYprjnxew7Z5cIsaVI0UYsYHcfcuLqx+fKjEzXj8v+UT70LMuDZBJyUZmM75HwPuycYej1D1ynYyrymjb1PuycQPSxAQCl+81CQAlqFe1t7W5OsbscwsuJL4xyJCUG81apqhjq+3epzs51/iQmdpRRp5+aYSJwXaw8Qae6lA7VddprciIsU2bferxRWPt2gpSvIeWfObPyRCKymnkZ/9BjOhESnkgH5ZbZaRsfG9AVmWXQUp16IFCBFUpQFYA4SxbsoKCfdXf/0Q3VQWHhffAXktBlej6WcelRw1BnJzt/kSxbh5qph3WEvgYB7ON4LXsPnhoyJrGwLJzOtrv09JZEOrOlHNO+58gYQ49joRkXDtNByKFHEk6GVm7wFjwuXZGZC5FGtgkBJahlt+b3sJdZpJE9qWjjcJ9YySKILXpHkrElOtL1DJVywdY+c15OOe3SWi5PK09KJ5hQjMhp/vQT2dFrPEaexUN+g/AAafMw5Q3FR+jk7W1Ykblp93b89sv2Rl5DLjPOvr69CfGLRMTUxmbBpgQFEJa6G8nqyE4xNMe7a6lsC2/vY06mmypy+yKtHM7J4C6d8195HWmcNO5Q2almrSDcFyubMrXNHcC86DnNlQEXI8CePHK7BF5vJF7Wb8wj6L8UkVNI9m7lMJf0OZwoku458Rket1rz88bhg88+xGAe8icxAjskbcMwrZDspKHbEzHhcetFbm/Xpn04p+vJsRSJ2PS/0RVVRAlq+cCnD5mhg6vaFHpRJL1UeRSkEpR433ZhR96w16VYeRktf/8cd6jsVDcZJuzYRS7laiPRVeYZIts82xCdvTvP0MiLDA3YbJ6DHDaAV3+0rJ9L+R9+3kP4dlQ/IRmnZVFAGjbDc0aZzH9itSbnIWkHCuLjAzhM7fdKeW1TyTRAEWgOAkpQS2wr10FmledJICvenAeQ3YHTulN00tuHKR0qI7kknh27DG5vyvjd/9ykwnwLBJ6beU6PAyRikjKVbmIFYCL+EulBsp/2E2FTp1H9PvsTdUvqZZNGuhd56fBK5jBxjvocCG8IJsLdpTW77qg/S0dAC1wOAkpQy8E5KiUMM8d3cbe8coKSNZNxl+/MBznd9tlJu6ucn6Hn1s/pyHNSzxIF7+PB50128vQ48lIObw7Svdc1zy9Kn8wbbdXHdbonNRtplHrGTThUO+6Vonju9iF/VRSBtiKgBNXWlp2rXpYdb3rKgfRIPOmRGaHfb/MOHx5ORvwiwZgbIjGVziLMqBs8vVnIaVSekYxhS/vQzeNJqW1rSJy5yhHuJvUGpkz63Mw1UhGoMQJKUNfROFl5huJL+ob5j/SIZYUOO9X0CVJ24hNzJGXsch2rMSSpMurldWgP5obKJ4CmtT38Tu+etz8dWBwCL4qEkU6+t/6d0s7mIjXXgc0gunFtkHEPw31jQ5ju+u//OhnX1CtFoD0IeO2pitZkIQT4toesDObsxJnd8I0Y6R05FeaRGe0Zkm/aPNjlXN7TyGaTTg6hTVm9ZbkycpTy6sQ+7H3YOdMFD1eI6JkiECOgBBUjsYxj9kIIrnRbhgXZZViT0qlG6ot14sjDCL0NqWibnVSyyTedYMoaam359IPbJKgsou6Ida+KAlHd3e/9frc3JNWyllSpp3kpArVBQAmqNk2xYkOs3ciwIH0xQIZyanAo5RYDSKmtPCkUZ7fJ56LmFcl+pm2qZDfcueZxmDFvOBdEZZ+5j1euffsKz+oEZOUIaypDDVAEbgAC3g2oY32q6Hnp8xCwsFfydTlQbd6e7Tmuui4dkMyLuUUkfVVgRq2cJ7rmcX4q/6Hfq/RbICtHWCCr6EW8GW9zv0qiZ4pAexDwZq2K6s+PgOugspLnDLFlJdHw5iHAv4HDB5+3xZhHkv1CX0nZ1sXKExmEf/R+vzvXwo6UPDVIEag1AkpQy2+ejLtn26/aFM5j9OCZpco7f6Pq8jLzy169mJlkSRGnYqQrVUsoB1KwcfFIvDJPSFbRl5FPC5JF0dE7Dk+iC/1VBNqLgBLUstvWmKwFA1skkkrN4WuLrBxLmvyf/9ksWdZMw1ipeXpStiy53m0q9wsuF69cZlyS78jq50+79KwgRhxhmlewNmtRBaIEfy/qSREIlfYioAS17Lb1zEFmkVZKPRMjJTZ6T+jodjNUzznUNBaXM0+08MOgVnxZ5fb9dpa3sb1Ks7LKjgjTERaJ/Sn00hdW0JNapicMQ3RXBJaJgBLUMtFGWUNiyBrKuYfJ8GqG+tb+TSLMWL5upucwsjtxkTDMIjrUKH/v/X63B40OZGW7W0EnkuaNrM9LvkyHtgpSpcKFDPCoDty7DUXSSSr1oeCVQa0FXyMCNzFrJajVtPo0QVzZsc/O7+py9rOe+5ifzXpP26UM/kLyGst42ImnE6eVJ+5FsmMpii+cF2dtXl2LM6lKw0ggadu85Bu9OonDn9PyP+HYak1iByKzKVJq+b1rGyN8jkqmttSHgqe0NEARaCQCSlAraDZ3VyySTgYi0Qfpft+Za1jMkRMIJbNaVvZdh5emYCW9ExRsa/zekT/bwopb30hOK/WeYHm8T5GyiwBWs94QkHDE2ixP93TyhbrD6zQPqOPycoYU/qTbX5hMFRSB5iKgBLWqtlvzsjo4WrQuVo57v9/dd14IQwqkB0LDHfoZ0j3JUT3lpzIy4/NXn23J2regTIdKm3v04qzk2ZJpxnVEcF4H+aY/dDwIg7IkxboJyBp5ZQyfCklZprYsD2gtZbh1KjEDzGw3B0xSvdDj48cbVUTKYEC8qm+FeXIMhSMIZWyuSkeq2LwqMtE8Zkcgmosyz3NTYhIcpPCVnT3Ip4+jH+vzvIf5Hcg+4khMx4jL81YuJZ8Uxd3pR8udkVXqDpKSE/fmhXc7nMAfUyJ59T7c3YXNtCdJTmnzP2Npl3JhJGsRyrqQpD7s5N00SI/xa99ORCT9pbrwiofeMVSm9oOpEBfAd/EBM3ee82Ntuu2eoT05CauLMnufz8yL/95TKYkB8KoO/cVyMk+/BebJt71lyWLWXqVWgrrCYulnhw8+7YuRrM96X9ljhZ39a7Hwqj7suLkMnmOY6R3kGRTziAnR2I3pR6SI87z9+1/YEeYRyrrwo4Zr8gUd9gUkXihwBs/ii4j9FdmvQ+KdQ1vMM75e2dF5UdkETJtfoz5nPXh/joRBSO5IT/bDzhkMfw3JxjrnBsCVnflgrv0V5QYod3QDgnLcHpH+Du9+00nx+18Y53Qb/KOmKwKpCChBpcKyvEB0XH3J7jSrMORSjHT5rE2ZzNz8VPE74+Ks2KnHiwQyOm6zh/LZucdpVnoEDruwJ++moAPyfwKdFzD0tTvSkxXJqB+0ov1p4Q3A4C99qF5C0vZ7cnUDEjjC+rBzEpG+EOPpNFZeuvaajtEQRaAVCChB1aAZXacp8hSmZGtTNL0AAA2XSURBVHVeiJprP8Wwng8SnOku23W0Rrg8fDF74B06L1HqtQGPvsC2iqwiRk9zhvZGxTgyid7FxzSj8JQTEhIl3WuKEpwOv7QbXemvItBCBBpBUC3EfapKroMb3N6sqONEB2ieI89tRzZTpRUHoBMPSG7QPIXMsaP8nz/350i4lCSoX1/4iqGs54vKWfFRBrINnA/KqYu49mA7i3lfNs20HtIObvuO8KYjNUQRaA0CSlA1akp2OK7jHMgdscLVNOezmYeOC54YOsyNKjwXdqbIaxs20LsrR1T0TGB/FeWj3Gvd4bkeRg/BmucoaAaszXvhsOmDzyCJzzMPX7p2fvCpxzxkNqJiG8Bb+9RjHqKbItByBJSgatjAXE3H5eAgh03cod8R3umTsNJE5KkY6ULXgBT4WfDSd/Nlq468DyDbzhaWRzsEnbTIRyEh8Zo2Dm7/QIKl/WN58y0VsBG63TFZ83bH9JIXoRyM6cbp89LI7Bs7euC2j/pFWMf1Y71YPwrrR6ENrCPIBfUsOWyabRPzQNk9kOQPrq4sg8IynQBjd22ew5v9CTbO5K1ll6wxikAzEPCaYebNtZKdPe/0HWE9/Lw3dXzw+YAd3TIQcrawPNrBTpoeBIbxnE0/fzpkZ59mB8Np45T8/V8nafoMc2X9/DmYJQ3TLSKuzLh+rBfrR2F9KbTnUXCxSBlpaUf4sAwKy3TyqeewffBpn95sWloNUwTajIASVJtbV+umCCgCisACCKw6qRLUqltAy1cEFIGFEOgNnw1c8BgsZIQmvhYElKCuBVbNVBFQBBQBRWBRBJSgFkXwJqfXuisCioAicI0IKEFdI7iatSKgCCgCisD8CChBzY+dplQEFIHmIqCWNwABJagGNJKaqAgoAorATURACeomtrrWWRFQBBSBBiCgBJXRSBqsCCgCioAisFoElKBWi7+WrggoAoqAIpCBgBJUBjAarAg0FwG1fA4ENnq/7/jLlDlsvHFJlKBuXJNrhRUBRSAFgS2xcizLlBQjNGgcASWocTz0ShFQBBQBRWCFCCSLVoJKoqHnioAioAgoArVBQAmqNk2hhigCioAioAgkEVCCSqKxpPOuf98mZUnFphbj+/6m7//NT4rUeZuwDYZvJG2Pzv3NCTW9VAQUgQYioATVwEarwmTf/2uv698/M+J9MRIeJwXh9r5/f08SG8ICiB2X7kFCZXTa9f962J0g4fvT+U3kNU7acXoSzijjxInv3+9D58SI9zVpe3TufUHcmQ/ylcTmg4i7E3YVXU/anchOTxUBReCaEVCCumaA65g9Ot19I/YdbOtAUncrtoQXYnqpicX6k+Hl8ptMNX3t+/5G178PYpLXiN2CZO5BEJxlRjYswke9I1LuHnRRf7ThXsOqoOaKKAYzIqAENSNgTVf3fX/bijwrqocV77BIB/Hr9EpwHO0+PDNcrEMmdlOC8CaSTFzC9g0jXiAiW5CC3VKvQKdJ0be2jQhI2TyB1SXqDy3dFYGGI+A13H41f0YEPPH640nMeyvhD8fBkaHg/Cd0hK9EBpMd/MZ4uujKk3DMizIT15FW8a8Vr5smIt9P4tRG1g5kipzsG9pM22OxYh7ZSBfqyf37iZ0oJxnL88n4UEKWySgVRUARWDIC3pLL0+JSEPB9f7Prdw+6GLqBcG7mhEM4PoZ1YvWuf59zQCPx4QnFcTxCf7+b0PEjT4ZRY2JFtiWx4fogCIKLOAjnJ0fB0S6Oo7BhXOpdO9JPDOeZ3lCfh3P+lJEg+C8UmSaRbb6rr32YzAtlPz0OjvtIOCIxwRYE/zwMkB9Ox3boXTA8KWMKuEjG8RxBG90ErrgWfzj/hXDrwy5KN6HDtqBeLLxOxsfh8dFHW3WjebuzbjRHdtLFNcOpw/RGwn2ex4K6cw7O/T34sCEO16Mi0CYElKBq0JpGvBMRkxy62UIH9MJgOAudz4Zcbfdw6sSb8ISgz2E7FxfpDJAnzqZ2e5YMMmL3ff9vEyST1Eg9/5gI3YKNm7wedqjrPIeQnMbKQtjc+2R9kdHHIDg6wPGa91vEf4QryGLPCIfaZEjYjKfISMdO3wTwpmAUnzS463cP0AaYD3TkG88JIm/70Ay90WF+CEumFOoO83Tlj0XqhSLQBgS8NlSiBXWIO/XJqmyhY95jIDqpsc4Y1yNPJYVgToMgSCUHOz301UFHeNyF9+bDM/ATXhvLTRN00MF4uOcIzhtbHGEndISd6XiyxFU34YHE5yCDkddgpzv9g0TypZ3CjhdVFRa1m7sxSWZ5GV9YMZMYxlE1PKpJikD1CHjVZ6k5zoHAKTojzJt4XRHzXhKbFXnmgzSG3sKo84JKB+HOc/EkdASBMLcbkczOOxq2sm9kettCutdGvDMSlSS2uJxEEIf/TuNrI9aVb0XcUbDZcossoDna7+FsTJAfPQ8Eu51x7iT68VIJOIpbyi/rD0/yO7GYq8DJdhOxnE/btJgTRN2fioSHzBjXu2ib5zy/EupG83aSmKe7itczRaD5CHjNr0Lza2DF2w2G8yZWBn3UKElEuLzlOmp0UmPEA++qh0hBZzYiBl6Hw46N52lyjHkb5PUScRPlIERkHXGv4b3suSv3c2vTHYY/IYYkoRMML3EwPjbqjIahWB9EtHK3Yh4dB0fbED8Igoyh1HmqbtDOa8zzgjckyNuRH44nITBP5mjEnAWYZ4skcHrJeD1XBNqAwLIIqg1YXVsd2MnEmaMzQmdj3Z1zHBbfaYcpE+VDnYR3Yd4jj7NheObhKDjasxJuGhHemZ9PKlqRF0PSmYxy1+H48FMHZNl3Ee5n3At0QQU/sOPlpMCGg0SyCRvtRiJumacfA9xMVFFgiDnGiXzgxdp3Xf/+2X3//u5EnF4qAjcOASWoGja5wd1xmllBEJB4Pibitnz/r86LisOs2MP4vOiI/C6OgqP94+Bo08IrgP6YRwXSGcsb8aN9spO2In0Zblc22LNhkDv4vr/pTlJ+jkCYk0IvIqE6lpcZLiBIxDfuNIAHZERephjesSK/gqT2U+I0SBG4MQgoQdWwqdE5+UmzwsSdthU5kMRmxE7caYelCSqRjQTwCtBZjuWN+KGXEmYRy0foxDtXlQ3PQ2eDmSLa8aHCoXKpgxFxecpoM098398eXV7nyeJ5D3GczoikbCW8I+LmBcduEOxw/nE6lYYoAjcDASWoGrQz7pRHJDPsdO+Nm/V95D0MvYpkR5bQdcN7GCIcT528Yv4obw/HMdLB9QY6RD+pG4q4cvFHMqYrw22aNFwEhsCCXBuc1ow/YfTAbLLeYkDcvn+/LxOb7/sbvu+n2jyhel2X2yh/g5njuI3jaG4O51N7EARnx8FxH0RFm5OkD91bTI/j+G7FpIaPa92QKysv5aaKyIG0eEPf0+LaNaRqFsM5Xb97AOLYN+h0ZXxjh3+WDDIZf5TIp/CPFcN2PvT4jNWXLuY6IO5hTyMey0h2pCCD8FBStgBDUwwGaQQ8JgW2paZJ6qSdww4+oDwlwGSP+kEQXCBvd87robgFHUh7AXH1wPHEiPcV9ezLkrYYj0RxsMs76fp/PTTT7Snx5vv3+bAt55v2fPcs2pqPOEdsOA737xlkbx92h0vzh4o39nD48PPejZUHnw8KGr7R0V6jrW+V8eYJiIMP264nqnVpJdxNXLtTEMO+Oxn/OQ8wTDceNH1lxbATjCM4LEcPjJIsFzekshuAFGLFtCPiuYLtPBkXFqwgTOrOen6E+TIj8iolHW1nHSiOZK1Isp5y/Zt9M1EGsLUPEUbbcLjafd/f5BWGZ30cOd+EGwa+Ud6+w7WzH0fuH4cYSxDdFOCmgcEjYX0powA9UQTahIAS1Mpb03Vskx0PrSI5+XEHxYBYEEZv5zS+5hEd9wGPFci5FfMoCK7e0mDFbmbna4NE3GkQBLQtEXR1Gq9GvAqZ/QwktWuFz4vJWP1TclrqEBgw4o1Emk3naBuulEyYeGuIp8mz8aOdWAhiRViG6KYI3BQElKBW0NLsYK/EosMNN43Ic4hbao2O6KmVcBOdPT2UKQv9aHHAsJNz0ZfwXNK8KheZ/DkO/tlD3ndYBstLikXHfxwcodx/HibTWLH7jIslGXeMuZPj4YtmcRzrcGHTQZyGR17HaXldRpJp4rQBvAmWZSXki21HuMV1sSBYxCXxiZNOHSdtmFKQyRfMhqkkgba6QJkcPn16ZYewHbdZBwtsYxHkyXKiOnjdWD8+Ip+fEOczT+rFwpsGxN2J9YbHCfKLtfWoCDQfASWoFbQhO9grCS4CDKUdYfgKskdhR8SwNNN8/689E81rjIaO0FHtZ+lLygbdM5bBspJCm1LUBfonjIslTSctDOlQTvIFsFfeVZxX8fEqzWQZyJ8vtt1P1oHnAYY6EXcxqZ92HYDskjKpw3yS8bhOvWlgOsShLY8OjoZL5olxFBYgfAyHkW3MO9aPj0HOw7+IO4v1hsd9lq2iCLQRASWoBrVq179/YqIPDY7ICeaf4w5dOykAoftNQ0Dr23YElKAa1cLmbMJczlP1cFc9uiOfiNdLRUARUAQai4ASVIOaDt5TkDD31ErIeYrMIaeErp4qAoqAItA4BNpMUI1rjCKDMZQXGJFXXARwHBxtw3NScioCTeMVAUWgsQj8LwAAAP//J1UC6QAAAAZJREFUAwDm/ecZjT5Y4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48" name="AutoShape 4" descr="data:image/png;base64,iVBORw0KGgoAAAANSUhEUgAAAagAAAClCAYAAAAJW2mqAAAQAElEQVR4Aex9TXLbSLbuScjx2jOpNlCUVyDVTH4Tg+6edZRNR7nf1PQKLK/A8gpKXoHl6buusOyKO7stwZO2405KWoGl2oClmfuGibzflyAokMQfSYgEoIPAIYDMk5knv5Tyw8lMAJ7opggoAoqAIqAILAEB3/c3fP9v/pX4G3nFKkHloaNxioAioAgoAgsj4Pv3+13//okR76uR8PhKvK8MZ7ykbEpQKaBoUEMQUDMVAUWg1gj4vr/ddcQkr2HoFuQS8jEhvN4yIq+hF/jwsBA32pWgRlDoiSKgCCgCikBVCIBsNo14gYiQmM6tyNPj4GgD4idkg+HQIVHdM9BHutGwnye6KQKKgCKgCCwbgdaXZ8Q7FJF1yKmVsCfinfnj80/biJMgODpA/CbOTyHwplw6nCKF+9UfRUARUAQUAUWgIgSGc0r0nC5BPr4nXu9q3imeg/L+6Pr3L3wMAwZBcAE9kJg4T8oHkdEUjz8qioAioAgoAopAVQgYkV3BhuG7XZIPTuP9I+JeUhBwDlk3kacl0DtD+L5gM2JdeiUogFHHXW1SBBQBRaCJCPjRQgd6TzA/5DAfjtEOAgqOgqO9I4gVrx+FSmd4lFBCR1Ai9iHDPP6oKAKKgCKgCCgC1SBwy80tIa+P8IoucBztVuwmh+8oRsI9ibaP0UFkqM+5KPEx9KcEFSOjR0VAEagIAc1GEchCwDwBMR1ToHEP8tFK6IbzcB7vQ1K7taEEFUOiR0VAEVAEFIEqEdhIyQzekn0Th2PI7xBe00l8PTwO030/U4IaIqIHRUARUAQUgcURCIL/Coa5bGGYbkg2UQgIKTgOjvs4PmeIFfmVw308p0B/E0fOX12CuFZCUChfd0VAEVAEFIH2ImDes26eeJPDdwyWo+CIiyHgTYlguI/nwg36fR5FrFtc4UUX+qsIKAKKgCKgCFSDgBXjSMeK7Pq+Hy+aGMvcirc3DNi67993etB/wTArawc8evxRUQQUgZIIqJoioAgUIhAN8zkvis85BaGYEyteN5TQEQ8zoI5FGCUUuTDiuaFBI/KKcYLNg+iuCCgCioAioAhUioCVQR8Zcsk4SMoeeBL6uJ7Yv2OeKfRBSq8RsQ45Da+Wn4sSFBDRXRFQBBSBG4DAUqsYRK8vAilFnhSH74x4X7r+/TNIADnjNcMFG0jqlQWJMR0u3a4E5WDQH0VAEVAEFIGqESDZHAf/7FkM5YlYLi+/RBl8cwSfgeIR1/YN44+Co13qI360K0GNoNATRUARaCQCb8+t3FT57czN29S93TindBwc94+Dow14ST+QkHjk9THCGZ9WByWoNFRuaJhWWxFQBBSB60aAXhIJiceispSgihDSeEVAEVAEFIGVIKAEtRLYtVBFQBGoFgHNrY0IKEG1sVW1ToqAIqAItAABJagWNKJWQRFQBBSBNiJwUwiqjW2ndVIEFAFFoNUIKEG1unm1coqAIqAINBcBJajmtp1aflMQ0HoqAjcUgXYQ1LsvG/IfX/xcefdl84a2sVZbEVAEFIFGItAOgvou22K841z57vVFN0VAEVAEFIFlIrBQWd5YanoZRZ7IVPz5nvxHivx2vjvyaP7/l+2xcvRCEVAEFAFFQBEoQMBz5BK/x2rgfcn1QlK9FHkhJkWs/DrKy/P+iN6V9ecJjgfy25994bBcgXEarQgoAoqAInBzERj3oK4dB7uFIp6Ita9l4J05sqLXhkDdbyYCWmtFQBFQBLIQ8LIilhDOj1M9AVF9AVHtL6E8LUIRWA0C8QhF1rEhb6ReDXha6k1GYJUElcT9mbz980SH/ZKQ6LkioAjUGwG17roRqAtBoZ52SwZrgZIUoNBdEVAEFAFFQGpEUGwNkFRoDnmmoggoAorAEhE4FysvlypLrFxTi6oZQQFGa+65VX44bfiu5isCikBTEDD2TP7R2VuqNAWbFdpZlqAuxdiPuRLffYi8GumJOZ2rbtbuzZVOEykCioAioAi0BoFyBGXsifyy6edKfPfxuLM70nv847Y87hgR80hE3kDK7h3Rh3vLYqV6ikD1CGiOikANEChHUIsa+vjHQxBVX9bCO1LWqzJeT3RTBBQBRUARuLEIeEut+aM7Z7I28FHmOSR/N6KvRxLdFAFFQBG4uQjMSVALAPbozoUYUzzHZOzGAqVoUkVAEVAEFIGGI7B8giJgv/x4wIOKIqAIKAKKgCKQhcBqCIrWcFUgjyqKwJIR0OIUAUWgGQisjqBWhc+7L5vuMyDucyDne+49gHwXWp7wcyJv/+yt5C0XtJdvf6cNeTYm46g7ki/RhxyX/fZ42j36NAtwju15e34oSVvj80VWbbJubB+WEedXdHx7vu/e5M80Li1wos2r+rvUchUBRWAKgdURlDWbU9YkA6w5S14ufG6kDzKyEn9SxH0ORF6IyDPhw8F5ws+JiH2HtF+Rx6EjOCS8tp0dLgn07fkZyvzi3v5OG/JsTMZRdyTesfAzKQOPtlv3zkN23qMOes6OmTaSgGLyjInn7fkFMLrCmWWPbBHi/VCStsbnRjZk1o1lsy6sG9uH5cT5FR3Z7tSnuLTescM6eqHrmSPRt+cHjsRIYHkEGttBW9KkqF7WbLvy0tKmhv2pH98swrQJ8VbmeHPFRBrxDppQ1Xlt9OZNuFC66E61k5uHkROpdssvr3xZD12Hz44jr9Mqn9+4Ju/o+SkSEqhIVTYnyrBbws571EGjY/7ule/w2BlHxPnV4cBPp7hOXiLiEVlPFHY9pyQM2sCyo7pUXU5HonyfiKubfSdrJvuN+6HddPpMkybF1q3npp/Mk+UV56kadUcgfnZ0kWPL5/O9lbThwCtexeeF9X4nHzsNzwsqey0TyY5vdHcdolx/Jz9vw0ed4zUQZwmD6LXRU6PHI7IaG0qYqSqKgCJQDQJeNdnMkAvvwEWeFKR4I3xmqkCpBtG487WvFyYpkhPJTuzWgnVqb3KSE992L/KwvZXUmikCikASgeUSFOdVOCyTtCDtfC0s9rDS0q0qjHXifMw85Y/ISdbnSX4j0ozISQn8RrS3VlIRGCKwHILinAHnbKJ5lWHRGQcjzxviPY1XwHgHM6/yY8freRzKVHIaR3P8auBhIljJaRyUFl5plRSBCQS8iev0S6644+T9LMK5ApISV0VxzoBzNum5J0PfyC+d7MnopGb9zjsSev2ZzBp4rGtnpjQi5+5t8SJvJF4FlHyDPJ8vo8yYaW3VoyHhWYf1orfvi7wfYUSsiEtSRC5rW281TBFQBEp/sLAjnLyfRThXUI6Uomag5/S4M1sHH6Wc9fdy2MG/cp0X37Ruw65MibxExueQ8ruVXSm7RUOCRXNxcW6XOHnlXrb7uLPp3hZPrOLVP8k3yMdvnedb5CnGPEXa+uxJgkieW7mQyY0eprX7k8E51yBttOXjzsYQo97Y931ibOIj9YiRe4lxTq4apQgoAitBwFtJqclC2UmF4U/FnlMy0Vznb9DB/yDslNhBsVNnB883rf/jTiBT0tmD7qYYeY7SSBA4FO7lPxNivJJkZk5hNz9bsjvX0Gc4qPZ5skIIoEDMSPhrIfE2wPFKiH2a/L87J0g5vkceaZnhz0t3g+FI+04wnkmJq0UX5NwKD1z5rHOaFJqANk5LlxXG8grzVAVFoPkIeCurwoiYNn1J65yqNszKGTr46bt0Kdg45BiGfAN7OZJa86ibn2n0HFiJYSt0XHz7+6IdaL411ceG4YkjfL4YeJHcy3mkl8L24Q3GImUtkpbtw/KzpChvE144vLLST4azvKI8ryHe7m1v2L0df3myPfvD29dQb2ZpX9/ehPgqt0thQMyqEK+KTObKg8N/XFrtntb/Utypz1VIRYkcgZpyw49WtqVoC71ekQriL92nSRbt5JFRI3eubhTpFNpuw95SbnAKDclXaEfs7W0x4fHSRFBeXYDzpI8JkWMVKYeBVLN51WQzdy7rSPlE+DocLqiI5mUQVMOdQ4H0+opMM3azSEXEFhOUkb25PD5pyVbug5VvnOfRkiprNRQBRWAcgVUT1JU19KhIVHxH3FVozc68g0oMYl3zM7oUL6ymrPxy6hvr2WKv2t5wjOrbempZqxBYXWW81RWdWfIz90JTruDKVFlRxGAwPZE/qynR0FVRquBGe09Ehy9Q5TFbLtV7ygZHYxSBNiBQkqDMae4qpazVRqNw4ZLtNwCs3EIDvvInNHyAFUlqtLu5qAXtMVI88WtlcSKUxm8c/s2uhLGKUTY6GqMItAKBcgQ16yqjyVVHbjl3py9c4h09l1P8fBGHwfhgcCtgTlTC87YTVxmn4exLpTNyWkJw9UWUmYsMzc3GqHrUNUdFoHYIeEu3iK+H58OmIvSo8os38kKiJdn5ek2KDaXYgxLdFAFFQBFQBJZPUDHmfKhS5H18mXkceCUfaM3MQSPaiIAxOsTXxnZddp20vFoj4K3UurWwDPn0VmqjFl5PBMrM5dXTcrVKEVAESiKwWoJyT8Sb0wJbO60b5iuosEaXQCD6cGIJRVVRBBSBpiKwWoIialyAwWOefJcSD7/KNWzXkGWZoSmzdrPnqW5J8fsD1YMS3RSBtiOweoJqO8KT9bODi8mgqWtrS6z0m0rVngDnWRdUx9xwjArg0WhFoA0IrJ6g+K2pNiBZtg63pHhy3xidd5OCoV8+hlDHh7llju2a/gfmsESTKAK1QmC1BBW9VaFTK0Su25hHd+hBFTwHZrckwua6ralx/raYyMO1thD5zfofqPFfnZpWLwRWS1BrptzH6Pjgb71wW9Sa4odMPW9v0UIand6YYoys3ZMmeFFlXjL87kt75lkb/YenxtcDgcgKLzqs4Jef2eAwTXHRBd5GcQb10zBlXuP0UN7+ubiHUOrNFfVDSLxBGYw6MvAWJ/I6eKvlPsFSw4ZSkxSB60PAu76sM3Lma2z4aQ2RJxkak8FlOqrJNPW+5qc7REoQrz2Ye6iPnsXb80Ox8mu9wciwLhoKLX7biMgz+e3Pct/qSiuKr9PyvD/SoioLs6Z4VSI/zsg2q6xQzUgRaD4C5QjKehtCYplnGIJp6AnwMxpvz8+En9Qo5zlF6IZhOz87YaVMvdbFfdTxz/KeFDs5droD70xEHkKau2d/TmO8Tta+FtZ5PDT/iqTm/h7lRb5iBbFGiufTRDrCFySz/aT120fUkC+QLhL+DUO1BnsoHHIusrcN8edSo80rZ4vdcsQy8L7I23M7kzCN2Hco5xlktslgjt1X8QZxFFy7/VbI+bcyfwzrQvzodZLo0zowhjGOw6YkJr7DUATpalfr2Qzi3CP/BsqkYp1JOCQe3hSlpeFNVnyjRFITme3vMS3PMmFeWG4UgDdubD9nI25KaG9SfjvfdURMz5g6Zcqup05gXvz3XqHsfa4NQZmn3wLz5Nte2wV/LrXBHLZISYKi6tLlUjzbX3qpyyrQDWGZ3dLFsfMiUQ28r7hBOBMSFuXt+QXmYb46UNYjVQAAEABJREFUEhPhsOl66TyboBj9DZT8TIt0hMTDmyLiQnwoJC7eWNF755CgQG+ZdXfPdZmiN6bEFq3jBDdzuKmjvUnhcC2JOPKM+9DTvYkIqM2lEagvQRl03u4fu3RdmqcYzUWVmWeZrFtHSFiUNnhKk7VLXvNvgH8LybBy5+sJjJbjKeXZZYQes1S4kcgqzE6zUgTqh0A9CYrfjOJnOeqHV/UWuRfmlr67rr78JuQY/S3MQ+T1qZ2rQ8XtXIfVh/VBWC1pIQJ1I6hL4Vd43T9zC9FOqxKH+tYGvozenCC6pSHwuNNHcLNJam3AxS5lhytR3YJd30dYAJBGNx2BOhHUK1kLN4UT401HdVb7SVKPf+T7917NmjRfH3fsVriyKF+tKbEkKXrXItV18swryvP6UeBwZRjiZqQi+5v6jNv1I60ltASBVRPUubADXQvvyOPOrrCjbgmwc1WDGNCDLLtyLbuQc2Gn60gv5PLYbM2mxdC7XgtJ5sUfu8yvG7x1eeluiphnvm51sVyVSvsXb2ORGn6duTqg2p9T7/cdf2H5z//L/4XWggWCCgNHEvyHmZSqh52Yv8gbMfJcwvAnkBI8ps4eiGmxpY38PIOVl64eWUcJq+mos/KPw8Ur83xT9h8UPchfNn031EmseIefrT0Z814cMXU2Je50K8cGOMZ1zTqyzEnLqrymJ/K40wO53EG2byAzeFTwKvn3txbGf3sXSC+5fzus56Lt6goZ/tD+qzZ+Pwyd7cD/pTKfbpktV9VeJgJWjmVRGYT7yzR52WV5bkjtH5094T/MpPAO/HHHgEjyhWTDO/80WQvpHUXpmT+HaX7p7AvvJKuqLf/hWYdcuRNUUlxuGR3g+ONBNeXAXmL1uLPhyIqdKjtKCjsnkVf4434ZSdhFZ/0D2qk3IqbYiKqxIYEWYcAy4/Kv88hyYoz4N0hyJj4UEXb8VxiJeQSM8Lf447bw72/SWy+qU0z4VdaHWEZE+4NrY9pNYdtOtbGgrdHOrCf/J93/0o/lnq+q0mbNSxFYIgJeJWWRbPjPlibsROJC9DgfAsSVnWrcibrOqbMr8TXjJzvc+Upqbir+DZJEYkzY8XPIdHSNzryuf4tsO7bhyFa07VQbd/bczSTr2dxWUssVgZkQqIagZipSlRUBRUARUAQUgWIElKCKMVINRYAIqCgCisCSEVCCWjLgWpwioAgoAopAOQSUoMrhpFqKgCKgCDQXgYZargTV0IZTsxUBRUARaDsCSlA1b+HeO3/DPcz3fmevlya/3+31Wv6wXs2bSM1TBBSBa0JACeqagF0kW0dKH+7u9j7snMjat69i5Vj4mYU0sfadDMI/oHvR+3D3sPdhh++sm7F4VVcEFAFFoH4IKEHVqE0cMf1+d9+RkthfYdoWpOy+LmIfQvk1SOoMokQFMHRXBBSB5iKgBFWTtuthqA7EdCbWPqvApA7yIFEFvXc7mzjXXRFoLQJasfYioARVg7btYTgPxPQOpsALwm91+z1ZkxOdo6oOUM1JEVAEloeAEtTysE4tCZ7TPobmOJyXGl9B4DrmqAIlqQqQ1CzqiYCVl7KoVPky4Hqi1Eir2k9QNW6WHhc0lBrSM+9FzHMx0pU17ycnPDfmkRjzSkTOIXn7uiMpHe7Lw0jjmopA/A7DRY58j2NT699iu5WgVtS4Q48G3lOOAUbeyEDuHD741IPsH/78OTj8+79OnPD850+Hhz9/2j188JnzTE+RUx5RrWO4T99+DZB0VwQUgWYgoAS1qnaKvuOSNed0KfCOQEj9w0efS30rCyR1IIPb20JSy67TVo/zXdnxuTFccNGD15f+PNaOn5U4Wp244/cmP9CW8/yWK2tSn9cZaaIy7vacbR92Atg58+dVojKHeUw+cwbcaH9WHecN540KbO07u6fK3OnTpnnz1nSKQNMRUIJaQQv2uGJP5F5G0ZcYwvPhGc3s7Rw+Ci5IavkkZffYmWeUnRrsOlB0+vDAvkDhNfJ/MSVWjqF30ft952CqU731bVsQPyURSSPLlN2T/pQ+85hIw7JYprjnxew7Z5cIsaVI0UYsYHcfcuLqx+fKjEzXj8v+UT70LMuDZBJyUZmM75HwPuycYej1D1ynYyrymjb1PuycQPSxAQCl+81CQAlqFe1t7W5OsbscwsuJL4xyJCUG81apqhjq+3epzs51/iQmdpRRp5+aYSJwXaw8Qae6lA7VddprciIsU2bferxRWPt2gpSvIeWfObPyRCKymnkZ/9BjOhESnkgH5ZbZaRsfG9AVmWXQUp16IFCBFUpQFYA4SxbsoKCfdXf/0Q3VQWHhffAXktBlej6WcelRw1BnJzt/kSxbh5qph3WEvgYB7ON4LXsPnhoyJrGwLJzOtrv09JZEOrOlHNO+58gYQ49joRkXDtNByKFHEk6GVm7wFjwuXZGZC5FGtgkBJahlt+b3sJdZpJE9qWjjcJ9YySKILXpHkrElOtL1DJVywdY+c15OOe3SWi5PK09KJ5hQjMhp/vQT2dFrPEaexUN+g/AAafMw5Q3FR+jk7W1Ykblp93b89sv2Rl5DLjPOvr69CfGLRMTUxmbBpgQFEJa6G8nqyE4xNMe7a6lsC2/vY06mmypy+yKtHM7J4C6d8195HWmcNO5Q2almrSDcFyubMrXNHcC86DnNlQEXI8CePHK7BF5vJF7Wb8wj6L8UkVNI9m7lMJf0OZwoku458Rket1rz88bhg88+xGAe8icxAjskbcMwrZDspKHbEzHhcetFbm/Xpn04p+vJsRSJ2PS/0RVVRAlq+cCnD5mhg6vaFHpRJL1UeRSkEpR433ZhR96w16VYeRktf/8cd6jsVDcZJuzYRS7laiPRVeYZIts82xCdvTvP0MiLDA3YbJ6DHDaAV3+0rJ9L+R9+3kP4dlQ/IRmnZVFAGjbDc0aZzH9itSbnIWkHCuLjAzhM7fdKeW1TyTRAEWgOAkpQS2wr10FmledJICvenAeQ3YHTulN00tuHKR0qI7kknh27DG5vyvjd/9ykwnwLBJ6beU6PAyRikjKVbmIFYCL+EulBsp/2E2FTp1H9PvsTdUvqZZNGuhd56fBK5jBxjvocCG8IJsLdpTW77qg/S0dAC1wOAkpQy8E5KiUMM8d3cbe8coKSNZNxl+/MBznd9tlJu6ucn6Hn1s/pyHNSzxIF7+PB50128vQ48lIObw7Svdc1zy9Kn8wbbdXHdbonNRtplHrGTThUO+6Vonju9iF/VRSBtiKgBNXWlp2rXpYdb3rKgfRIPOmRGaHfb/MOHx5ORvwiwZgbIjGVziLMqBs8vVnIaVSekYxhS/vQzeNJqW1rSJy5yhHuJvUGpkz63Mw1UhGoMQJKUNfROFl5huJL+ob5j/SIZYUOO9X0CVJ24hNzJGXsch2rMSSpMurldWgP5obKJ4CmtT38Tu+etz8dWBwCL4qEkU6+t/6d0s7mIjXXgc0gunFtkHEPw31jQ5ju+u//OhnX1CtFoD0IeO2pitZkIQT4toesDObsxJnd8I0Y6R05FeaRGe0Zkm/aPNjlXN7TyGaTTg6hTVm9ZbkycpTy6sQ+7H3YOdMFD1eI6JkiECOgBBUjsYxj9kIIrnRbhgXZZViT0qlG6ot14sjDCL0NqWibnVSyyTedYMoaam359IPbJKgsou6Ida+KAlHd3e/9frc3JNWyllSpp3kpArVBQAmqNk2xYkOs3ciwIH0xQIZyanAo5RYDSKmtPCkUZ7fJ56LmFcl+pm2qZDfcueZxmDFvOBdEZZ+5j1euffsKz+oEZOUIaypDDVAEbgAC3g2oY32q6Hnp8xCwsFfydTlQbd6e7Tmuui4dkMyLuUUkfVVgRq2cJ7rmcX4q/6Hfq/RbICtHWCCr6EW8GW9zv0qiZ4pAexDwZq2K6s+PgOugspLnDLFlJdHw5iHAv4HDB5+3xZhHkv1CX0nZ1sXKExmEf/R+vzvXwo6UPDVIEag1AkpQy2+ejLtn26/aFM5j9OCZpco7f6Pq8jLzy169mJlkSRGnYqQrVUsoB1KwcfFIvDJPSFbRl5FPC5JF0dE7Dk+iC/1VBNqLgBLUstvWmKwFA1skkkrN4WuLrBxLmvyf/9ksWdZMw1ipeXpStiy53m0q9wsuF69cZlyS78jq50+79KwgRhxhmlewNmtRBaIEfy/qSREIlfYioAS17Lb1zEFmkVZKPRMjJTZ6T+jodjNUzznUNBaXM0+08MOgVnxZ5fb9dpa3sb1Ks7LKjgjTERaJ/Sn00hdW0JNapicMQ3RXBJaJgBLUMtFGWUNiyBrKuYfJ8GqG+tb+TSLMWL5upucwsjtxkTDMIjrUKH/v/X63B40OZGW7W0EnkuaNrM9LvkyHtgpSpcKFDPCoDty7DUXSSSr1oeCVQa0FXyMCNzFrJajVtPo0QVzZsc/O7+py9rOe+5ifzXpP26UM/kLyGst42ImnE6eVJ+5FsmMpii+cF2dtXl2LM6lKw0ggadu85Bu9OonDn9PyP+HYak1iByKzKVJq+b1rGyN8jkqmttSHgqe0NEARaCQCSlAraDZ3VyySTgYi0Qfpft+Za1jMkRMIJbNaVvZdh5emYCW9ExRsa/zekT/bwopb30hOK/WeYHm8T5GyiwBWs94QkHDE2ixP93TyhbrD6zQPqOPycoYU/qTbX5hMFRSB5iKgBLWqtlvzsjo4WrQuVo57v9/dd14IQwqkB0LDHfoZ0j3JUT3lpzIy4/NXn23J2regTIdKm3v04qzk2ZJpxnVEcF4H+aY/dDwIg7IkxboJyBp5ZQyfCklZprYsD2gtZbh1KjEDzGw3B0xSvdDj48cbVUTKYEC8qm+FeXIMhSMIZWyuSkeq2LwqMtE8Zkcgmosyz3NTYhIcpPCVnT3Ip4+jH+vzvIf5Hcg+4khMx4jL81YuJZ8Uxd3pR8udkVXqDpKSE/fmhXc7nMAfUyJ59T7c3YXNtCdJTmnzP2Npl3JhJGsRyrqQpD7s5N00SI/xa99ORCT9pbrwiofeMVSm9oOpEBfAd/EBM3ee82Ntuu2eoT05CauLMnufz8yL/95TKYkB8KoO/cVyMk+/BebJt71lyWLWXqVWgrrCYulnhw8+7YuRrM96X9ljhZ39a7Hwqj7suLkMnmOY6R3kGRTziAnR2I3pR6SI87z9+1/YEeYRyrrwo4Zr8gUd9gUkXihwBs/ii4j9FdmvQ+KdQ1vMM75e2dF5UdkETJtfoz5nPXh/joRBSO5IT/bDzhkMfw3JxjrnBsCVnflgrv0V5QYod3QDgnLcHpH+Du9+00nx+18Y53Qb/KOmKwKpCChBpcKyvEB0XH3J7jSrMORSjHT5rE2ZzNz8VPE74+Ks2KnHiwQyOm6zh/LZucdpVnoEDruwJ++moAPyfwKdFzD0tTvSkxXJqB+0ov1p4Q3A4C99qF5C0vZ7cnUDEjjC+rBzEpG+EOPpNFZeuvaajtEQRaAVCChB1aAZXacp8hSmZGtTNL0AAA2XSURBVHVeiJprP8Wwng8SnOku23W0Rrg8fDF74B06L1HqtQGPvsC2iqwiRk9zhvZGxTgyid7FxzSj8JQTEhIl3WuKEpwOv7QbXemvItBCBBpBUC3EfapKroMb3N6sqONEB2ieI89tRzZTpRUHoBMPSG7QPIXMsaP8nz/350i4lCSoX1/4iqGs54vKWfFRBrINnA/KqYu49mA7i3lfNs20HtIObvuO8KYjNUQRaA0CSlA1akp2OK7jHMgdscLVNOezmYeOC54YOsyNKjwXdqbIaxs20LsrR1T0TGB/FeWj3Gvd4bkeRg/BmucoaAaszXvhsOmDzyCJzzMPX7p2fvCpxzxkNqJiG8Bb+9RjHqKbItByBJSgatjAXE3H5eAgh03cod8R3umTsNJE5KkY6ULXgBT4WfDSd/Nlq468DyDbzhaWRzsEnbTIRyEh8Zo2Dm7/QIKl/WN58y0VsBG63TFZ83bH9JIXoRyM6cbp89LI7Bs7euC2j/pFWMf1Y71YPwrrR6ENrCPIBfUsOWyabRPzQNk9kOQPrq4sg8IynQBjd22ew5v9CTbO5K1ll6wxikAzEPCaYebNtZKdPe/0HWE9/Lw3dXzw+YAd3TIQcrawPNrBTpoeBIbxnE0/fzpkZ59mB8Np45T8/V8nafoMc2X9/DmYJQ3TLSKuzLh+rBfrR2F9KbTnUXCxSBlpaUf4sAwKy3TyqeewffBpn95sWloNUwTajIASVJtbV+umCCgCisACCKw6qRLUqltAy1cEFIGFEOgNnw1c8BgsZIQmvhYElKCuBVbNVBFQBBQBRWBRBJSgFkXwJqfXuisCioAicI0IKEFdI7iatSKgCCgCisD8CChBzY+dplQEFIHmIqCWNwABJagGNJKaqAgoAorATURACeomtrrWWRFQBBSBBiCgBJXRSBqsCCgCioAisFoElKBWi7+WrggoAoqAIpCBgBJUBjAarAg0FwG1fA4ENnq/7/jLlDlsvHFJlKBuXJNrhRUBRSAFgS2xcizLlBQjNGgcASWocTz0ShFQBBQBRWCFCCSLVoJKoqHnioAioAgoArVBQAmqNk2hhigCioAioAgkEVCCSqKxpPOuf98mZUnFphbj+/6m7//NT4rUeZuwDYZvJG2Pzv3NCTW9VAQUgQYioATVwEarwmTf/2uv698/M+J9MRIeJwXh9r5/f08SG8ICiB2X7kFCZXTa9f962J0g4fvT+U3kNU7acXoSzijjxInv3+9D58SI9zVpe3TufUHcmQ/ylcTmg4i7E3YVXU/anchOTxUBReCaEVCCumaA65g9Ot19I/YdbOtAUncrtoQXYnqpicX6k+Hl8ptMNX3t+/5G178PYpLXiN2CZO5BEJxlRjYswke9I1LuHnRRf7ThXsOqoOaKKAYzIqAENSNgTVf3fX/bijwrqocV77BIB/Hr9EpwHO0+PDNcrEMmdlOC8CaSTFzC9g0jXiAiW5CC3VKvQKdJ0be2jQhI2TyB1SXqDy3dFYGGI+A13H41f0YEPPH640nMeyvhD8fBkaHg/Cd0hK9EBpMd/MZ4uujKk3DMizIT15FW8a8Vr5smIt9P4tRG1g5kipzsG9pM22OxYh7ZSBfqyf37iZ0oJxnL88n4UEKWySgVRUARWDIC3pLL0+JSEPB9f7Prdw+6GLqBcG7mhEM4PoZ1YvWuf59zQCPx4QnFcTxCf7+b0PEjT4ZRY2JFtiWx4fogCIKLOAjnJ0fB0S6Oo7BhXOpdO9JPDOeZ3lCfh3P+lJEg+C8UmSaRbb6rr32YzAtlPz0OjvtIOCIxwRYE/zwMkB9Ox3boXTA8KWMKuEjG8RxBG90ErrgWfzj/hXDrwy5KN6HDtqBeLLxOxsfh8dFHW3WjebuzbjRHdtLFNcOpw/RGwn2ex4K6cw7O/T34sCEO16Mi0CYElKBq0JpGvBMRkxy62UIH9MJgOAudz4Zcbfdw6sSb8ISgz2E7FxfpDJAnzqZ2e5YMMmL3ff9vEyST1Eg9/5gI3YKNm7wedqjrPIeQnMbKQtjc+2R9kdHHIDg6wPGa91vEf4QryGLPCIfaZEjYjKfISMdO3wTwpmAUnzS463cP0AaYD3TkG88JIm/70Ay90WF+CEumFOoO83Tlj0XqhSLQBgS8NlSiBXWIO/XJqmyhY95jIDqpsc4Y1yNPJYVgToMgSCUHOz301UFHeNyF9+bDM/ATXhvLTRN00MF4uOcIzhtbHGEndISd6XiyxFU34YHE5yCDkddgpzv9g0TypZ3CjhdVFRa1m7sxSWZ5GV9YMZMYxlE1PKpJikD1CHjVZ6k5zoHAKTojzJt4XRHzXhKbFXnmgzSG3sKo84JKB+HOc/EkdASBMLcbkczOOxq2sm9kettCutdGvDMSlSS2uJxEEIf/TuNrI9aVb0XcUbDZcossoDna7+FsTJAfPQ8Eu51x7iT68VIJOIpbyi/rD0/yO7GYq8DJdhOxnE/btJgTRN2fioSHzBjXu2ib5zy/EupG83aSmKe7itczRaD5CHjNr0Lza2DF2w2G8yZWBn3UKElEuLzlOmp0UmPEA++qh0hBZzYiBl6Hw46N52lyjHkb5PUScRPlIERkHXGv4b3suSv3c2vTHYY/IYYkoRMML3EwPjbqjIahWB9EtHK3Yh4dB0fbED8Igoyh1HmqbtDOa8zzgjckyNuRH44nITBP5mjEnAWYZ4skcHrJeD1XBNqAwLIIqg1YXVsd2MnEmaMzQmdj3Z1zHBbfaYcpE+VDnYR3Yd4jj7NheObhKDjasxJuGhHemZ9PKlqRF0PSmYxy1+H48FMHZNl3Ee5n3At0QQU/sOPlpMCGg0SyCRvtRiJumacfA9xMVFFgiDnGiXzgxdp3Xf/+2X3//u5EnF4qAjcOASWoGja5wd1xmllBEJB4Pibitnz/r86LisOs2MP4vOiI/C6OgqP94+Bo08IrgP6YRwXSGcsb8aN9spO2In0Zblc22LNhkDv4vr/pTlJ+jkCYk0IvIqE6lpcZLiBIxDfuNIAHZERephjesSK/gqT2U+I0SBG4MQgoQdWwqdE5+UmzwsSdthU5kMRmxE7caYelCSqRjQTwCtBZjuWN+KGXEmYRy0foxDtXlQ3PQ2eDmSLa8aHCoXKpgxFxecpoM098398eXV7nyeJ5D3GczoikbCW8I+LmBcduEOxw/nE6lYYoAjcDASWoGrQz7pRHJDPsdO+Nm/V95D0MvYpkR5bQdcN7GCIcT528Yv4obw/HMdLB9QY6RD+pG4q4cvFHMqYrw22aNFwEhsCCXBuc1ow/YfTAbLLeYkDcvn+/LxOb7/sbvu+n2jyhel2X2yh/g5njuI3jaG4O51N7EARnx8FxH0RFm5OkD91bTI/j+G7FpIaPa92QKysv5aaKyIG0eEPf0+LaNaRqFsM5Xb97AOLYN+h0ZXxjh3+WDDIZf5TIp/CPFcN2PvT4jNWXLuY6IO5hTyMey0h2pCCD8FBStgBDUwwGaQQ8JgW2paZJ6qSdww4+oDwlwGSP+kEQXCBvd87robgFHUh7AXH1wPHEiPcV9ezLkrYYj0RxsMs76fp/PTTT7Snx5vv3+bAt55v2fPcs2pqPOEdsOA737xlkbx92h0vzh4o39nD48PPejZUHnw8KGr7R0V6jrW+V8eYJiIMP264nqnVpJdxNXLtTEMO+Oxn/OQ8wTDceNH1lxbATjCM4LEcPjJIsFzekshuAFGLFtCPiuYLtPBkXFqwgTOrOen6E+TIj8iolHW1nHSiOZK1Isp5y/Zt9M1EGsLUPEUbbcLjafd/f5BWGZ30cOd+EGwa+Ud6+w7WzH0fuH4cYSxDdFOCmgcEjYX0powA9UQTahIAS1Mpb03Vskx0PrSI5+XEHxYBYEEZv5zS+5hEd9wGPFci5FfMoCK7e0mDFbmbna4NE3GkQBLQtEXR1Gq9GvAqZ/QwktWuFz4vJWP1TclrqEBgw4o1Emk3naBuulEyYeGuIp8mz8aOdWAhiRViG6KYI3BQElKBW0NLsYK/EosMNN43Ic4hbao2O6KmVcBOdPT2UKQv9aHHAsJNz0ZfwXNK8KheZ/DkO/tlD3ndYBstLikXHfxwcodx/HibTWLH7jIslGXeMuZPj4YtmcRzrcGHTQZyGR17HaXldRpJp4rQBvAmWZSXki21HuMV1sSBYxCXxiZNOHSdtmFKQyRfMhqkkgba6QJkcPn16ZYewHbdZBwtsYxHkyXKiOnjdWD8+Ip+fEOczT+rFwpsGxN2J9YbHCfKLtfWoCDQfASWoFbQhO9grCS4CDKUdYfgKskdhR8SwNNN8/689E81rjIaO0FHtZ+lLygbdM5bBspJCm1LUBfonjIslTSctDOlQTvIFsFfeVZxX8fEqzWQZyJ8vtt1P1oHnAYY6EXcxqZ92HYDskjKpw3yS8bhOvWlgOsShLY8OjoZL5olxFBYgfAyHkW3MO9aPj0HOw7+IO4v1hsd9lq2iCLQRASWoBrVq179/YqIPDY7ICeaf4w5dOykAoftNQ0Dr23YElKAa1cLmbMJczlP1cFc9uiOfiNdLRUARUAQai4ASVIOaDt5TkDD31ErIeYrMIaeErp4qAoqAItA4BNpMUI1rjCKDMZQXGJFXXARwHBxtw3NScioCTeMVAUWgsQj8LwAAAP//J1UC6QAAAAZJREFUAwDm/ecZjT5Y4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9" name="Picture 28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219456"/>
            <a:ext cx="2386584" cy="758952"/>
          </a:xfrm>
          <a:prstGeom prst="rect">
            <a:avLst/>
          </a:prstGeom>
        </p:spPr>
      </p:pic>
      <p:pic>
        <p:nvPicPr>
          <p:cNvPr id="30" name="Picture 29" descr="ibm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2" y="509969"/>
            <a:ext cx="1344168" cy="43186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088880" y="128016"/>
            <a:ext cx="2231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 smtClean="0">
                <a:latin typeface="Baskerville Old Face" pitchFamily="18" charset="0"/>
              </a:rPr>
              <a:t>In collaboration with</a:t>
            </a:r>
            <a:endParaRPr lang="en-US" sz="1100" b="1" dirty="0">
              <a:latin typeface="Baskerville Old Face" pitchFamily="18" charset="0"/>
            </a:endParaRPr>
          </a:p>
        </p:txBody>
      </p:sp>
      <p:sp>
        <p:nvSpPr>
          <p:cNvPr id="28" name="Google Shape;88;p13"/>
          <p:cNvSpPr txBox="1"/>
          <p:nvPr/>
        </p:nvSpPr>
        <p:spPr>
          <a:xfrm>
            <a:off x="539496" y="1529935"/>
            <a:ext cx="108630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dirty="0" smtClean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Project purpose ( Why do you made this project ? )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12" name="Google Shape;148;p16"/>
          <p:cNvSpPr txBox="1"/>
          <p:nvPr/>
        </p:nvSpPr>
        <p:spPr>
          <a:xfrm>
            <a:off x="1190625" y="2417564"/>
            <a:ext cx="10334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Educational Awareness: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Educate students and daily users about rapidly increasing digital frauds, social engineering threats, and financial scams.</a:t>
            </a:r>
            <a:endParaRPr/>
          </a:p>
        </p:txBody>
      </p:sp>
      <p:sp>
        <p:nvSpPr>
          <p:cNvPr id="13" name="Google Shape;149;p16"/>
          <p:cNvSpPr txBox="1"/>
          <p:nvPr/>
        </p:nvSpPr>
        <p:spPr>
          <a:xfrm>
            <a:off x="1190625" y="3156644"/>
            <a:ext cx="10334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Vulnerability Analysis: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Examine native physical, structural, and network vulnerabilities inherent inside common Electronic Communication (EC) architectures.</a:t>
            </a:r>
            <a:endParaRPr/>
          </a:p>
        </p:txBody>
      </p:sp>
      <p:sp>
        <p:nvSpPr>
          <p:cNvPr id="14" name="Google Shape;150;p16"/>
          <p:cNvSpPr txBox="1"/>
          <p:nvPr/>
        </p:nvSpPr>
        <p:spPr>
          <a:xfrm>
            <a:off x="1190625" y="3895725"/>
            <a:ext cx="10334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Mitigation Frameworks: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Provide a practical engineering guide on crucial system countermeasures, including Advanced Encryption, MFA, and secure routing.</a:t>
            </a:r>
            <a:endParaRPr/>
          </a:p>
        </p:txBody>
      </p:sp>
      <p:sp>
        <p:nvSpPr>
          <p:cNvPr id="15" name="Google Shape;151;p16"/>
          <p:cNvSpPr txBox="1"/>
          <p:nvPr/>
        </p:nvSpPr>
        <p:spPr>
          <a:xfrm>
            <a:off x="1190625" y="4634805"/>
            <a:ext cx="10334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Incident Response: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Promote active legal awareness, immediate emergency mitigation steps, and official reporting options like the 1930 National Helpline.</a:t>
            </a:r>
            <a:endParaRPr/>
          </a:p>
        </p:txBody>
      </p:sp>
      <p:pic>
        <p:nvPicPr>
          <p:cNvPr id="16" name="Google Shape;15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243185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5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317093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5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391001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5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4375" y="464909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 descr="data:image/png;base64,iVBORw0KGgoAAAANSUhEUgAAAagAAAClCAYAAAAJW2mqAAAQAElEQVR4Aex9TXLbSLbuScjx2jOpNlCUVyDVTH4Tg+6edZRNR7nf1PQKLK/A8gpKXoHl6buusOyKO7stwZO2405KWoGl2oClmfuGibzflyAokMQfSYgEoIPAIYDMk5knv5Tyw8lMAJ7opggoAoqAIqAILAEB3/c3fP9v/pX4G3nFKkHloaNxioAioAgoAgsj4Pv3+13//okR76uR8PhKvK8MZ7ykbEpQKaBoUEMQUDMVAUWg1gj4vr/ddcQkr2HoFuQS8jEhvN4yIq+hF/jwsBA32pWgRlDoiSKgCCgCikBVCIBsNo14gYiQmM6tyNPj4GgD4idkg+HQIVHdM9BHutGwnye6KQKKgCKgCCwbgdaXZ8Q7FJF1yKmVsCfinfnj80/biJMgODpA/CbOTyHwplw6nCKF+9UfRUARUAQUAUWgIgSGc0r0nC5BPr4nXu9q3imeg/L+6Pr3L3wMAwZBcAE9kJg4T8oHkdEUjz8qioAioAgoAopAVQgYkV3BhuG7XZIPTuP9I+JeUhBwDlk3kacl0DtD+L5gM2JdeiUogFHHXW1SBBQBRaCJCPjRQgd6TzA/5DAfjtEOAgqOgqO9I4gVrx+FSmd4lFBCR1Ai9iHDPP6oKAKKgCKgCCgC1SBwy80tIa+P8IoucBztVuwmh+8oRsI9ibaP0UFkqM+5KPEx9KcEFSOjR0VAEagIAc1GEchCwDwBMR1ToHEP8tFK6IbzcB7vQ1K7taEEFUOiR0VAEVAEFIEqEdhIyQzekn0Th2PI7xBe00l8PTwO030/U4IaIqIHRUARUAQUgcURCIL/Coa5bGGYbkg2UQgIKTgOjvs4PmeIFfmVw308p0B/E0fOX12CuFZCUChfd0VAEVAEFIH2ImDes26eeJPDdwyWo+CIiyHgTYlguI/nwg36fR5FrFtc4UUX+qsIKAKKgCKgCFSDgBXjSMeK7Pq+Hy+aGMvcirc3DNi67993etB/wTArawc8evxRUQQUgZIIqJoioAgUIhAN8zkvis85BaGYEyteN5TQEQ8zoI5FGCUUuTDiuaFBI/KKcYLNg+iuCCgCioAioAhUioCVQR8Zcsk4SMoeeBL6uJ7Yv2OeKfRBSq8RsQ45Da+Wn4sSFBDRXRFQBBSBG4DAUqsYRK8vAilFnhSH74x4X7r+/TNIADnjNcMFG0jqlQWJMR0u3a4E5WDQH0VAEVAEFIGqESDZHAf/7FkM5YlYLi+/RBl8cwSfgeIR1/YN44+Co13qI360K0GNoNATRUARaCQCb8+t3FT57czN29S93TindBwc94+Dow14ST+QkHjk9THCGZ9WByWoNFRuaJhWWxFQBBSB60aAXhIJiceispSgihDSeEVAEVAEFIGVIKAEtRLYtVBFQBGoFgHNrY0IKEG1sVW1ToqAIqAItAABJagWNKJWQRFQBBSBNiJwUwiqjW2ndVIEFAFFoNUIKEG1unm1coqAIqAINBcBJajmtp1aflMQ0HoqAjcUgXYQ1LsvG/IfX/xcefdl84a2sVZbEVAEFIFGItAOgvou22K841z57vVFN0VAEVAEFIFlIrBQWd5YanoZRZ7IVPz5nvxHivx2vjvyaP7/l+2xcvRCEVAEFAFFQBEoQMBz5BK/x2rgfcn1QlK9FHkhJkWs/DrKy/P+iN6V9ecJjgfy25994bBcgXEarQgoAoqAInBzERj3oK4dB7uFIp6Ita9l4J05sqLXhkDdbyYCWmtFQBFQBLIQ8LIilhDOj1M9AVF9AVHtL6E8LUIRWA0C8QhF1rEhb6ReDXha6k1GYJUElcT9mbz980SH/ZKQ6LkioAjUGwG17roRqAtBoZ52SwZrgZIUoNBdEVAEFAFFQGpEUGwNkFRoDnmmoggoAorAEhE4FysvlypLrFxTi6oZQQFGa+65VX44bfiu5isCikBTEDD2TP7R2VuqNAWbFdpZlqAuxdiPuRLffYi8GumJOZ2rbtbuzZVOEykCioAioAi0BoFyBGXsifyy6edKfPfxuLM70nv847Y87hgR80hE3kDK7h3Rh3vLYqV6ikD1CGiOikANEChHUIsa+vjHQxBVX9bCO1LWqzJeT3RTBBQBRUARuLEIeEut+aM7Z7I28FHmOSR/N6KvRxLdFAFFQBG4uQjMSVALAPbozoUYUzzHZOzGAqVoUkVAEVAEFIGGI7B8giJgv/x4wIOKIqAIKAKKgCKQhcBqCIrWcFUgjyqKwJIR0OIUAUWgGQisjqBWhc+7L5vuMyDucyDne+49gHwXWp7wcyJv/+yt5C0XtJdvf6cNeTYm46g7ki/RhxyX/fZ42j36NAtwju15e34oSVvj80VWbbJubB+WEedXdHx7vu/e5M80Li1wos2r+rvUchUBRWAKgdURlDWbU9YkA6w5S14ufG6kDzKyEn9SxH0ORF6IyDPhw8F5ws+JiH2HtF+Rx6EjOCS8tp0dLgn07fkZyvzi3v5OG/JsTMZRdyTesfAzKQOPtlv3zkN23qMOes6OmTaSgGLyjInn7fkFMLrCmWWPbBHi/VCStsbnRjZk1o1lsy6sG9uH5cT5FR3Z7tSnuLTescM6eqHrmSPRt+cHjsRIYHkEGttBW9KkqF7WbLvy0tKmhv2pH98swrQJ8VbmeHPFRBrxDppQ1Xlt9OZNuFC66E61k5uHkROpdssvr3xZD12Hz44jr9Mqn9+4Ju/o+SkSEqhIVTYnyrBbws571EGjY/7ule/w2BlHxPnV4cBPp7hOXiLiEVlPFHY9pyQM2sCyo7pUXU5HonyfiKubfSdrJvuN+6HddPpMkybF1q3npp/Mk+UV56kadUcgfnZ0kWPL5/O9lbThwCtexeeF9X4nHzsNzwsqey0TyY5vdHcdolx/Jz9vw0ed4zUQZwmD6LXRU6PHI7IaG0qYqSqKgCJQDQJeNdnMkAvvwEWeFKR4I3xmqkCpBtG487WvFyYpkhPJTuzWgnVqb3KSE992L/KwvZXUmikCikASgeUSFOdVOCyTtCDtfC0s9rDS0q0qjHXifMw85Y/ISdbnSX4j0ozISQn8RrS3VlIRGCKwHILinAHnbKJ5lWHRGQcjzxviPY1XwHgHM6/yY8freRzKVHIaR3P8auBhIljJaRyUFl5plRSBCQS8iev0S6644+T9LMK5ApISV0VxzoBzNum5J0PfyC+d7MnopGb9zjsSev2ZzBp4rGtnpjQi5+5t8SJvJF4FlHyDPJ8vo8yYaW3VoyHhWYf1orfvi7wfYUSsiEtSRC5rW281TBFQBEp/sLAjnLyfRThXUI6Uomag5/S4M1sHH6Wc9fdy2MG/cp0X37Ruw65MibxExueQ8ruVXSm7RUOCRXNxcW6XOHnlXrb7uLPp3hZPrOLVP8k3yMdvnedb5CnGPEXa+uxJgkieW7mQyY0eprX7k8E51yBttOXjzsYQo97Y931ibOIj9YiRe4lxTq4apQgoAitBwFtJqclC2UmF4U/FnlMy0Vznb9DB/yDslNhBsVNnB883rf/jTiBT0tmD7qYYeY7SSBA4FO7lPxNivJJkZk5hNz9bsjvX0Gc4qPZ5skIIoEDMSPhrIfE2wPFKiH2a/L87J0g5vkceaZnhz0t3g+FI+04wnkmJq0UX5NwKD1z5rHOaFJqANk5LlxXG8grzVAVFoPkIeCurwoiYNn1J65yqNszKGTr46bt0Kdg45BiGfAN7OZJa86ibn2n0HFiJYSt0XHz7+6IdaL411ceG4YkjfL4YeJHcy3mkl8L24Q3GImUtkpbtw/KzpChvE144vLLST4azvKI8ryHe7m1v2L0df3myPfvD29dQb2ZpX9/ehPgqt0thQMyqEK+KTObKg8N/XFrtntb/Utypz1VIRYkcgZpyw49WtqVoC71ekQriL92nSRbt5JFRI3eubhTpFNpuw95SbnAKDclXaEfs7W0x4fHSRFBeXYDzpI8JkWMVKYeBVLN51WQzdy7rSPlE+DocLqiI5mUQVMOdQ4H0+opMM3azSEXEFhOUkb25PD5pyVbug5VvnOfRkiprNRQBRWAcgVUT1JU19KhIVHxH3FVozc68g0oMYl3zM7oUL6ymrPxy6hvr2WKv2t5wjOrbempZqxBYXWW81RWdWfIz90JTruDKVFlRxGAwPZE/qynR0FVRquBGe09Ehy9Q5TFbLtV7ygZHYxSBNiBQkqDMae4qpazVRqNw4ZLtNwCs3EIDvvInNHyAFUlqtLu5qAXtMVI88WtlcSKUxm8c/s2uhLGKUTY6GqMItAKBcgQ16yqjyVVHbjl3py9c4h09l1P8fBGHwfhgcCtgTlTC87YTVxmn4exLpTNyWkJw9UWUmYsMzc3GqHrUNUdFoHYIeEu3iK+H58OmIvSo8os38kKiJdn5ek2KDaXYgxLdFAFFQBFQBJZPUDHmfKhS5H18mXkceCUfaM3MQSPaiIAxOsTXxnZddp20vFoj4K3UurWwDPn0VmqjFl5PBMrM5dXTcrVKEVAESiKwWoJyT8Sb0wJbO60b5iuosEaXQCD6cGIJRVVRBBSBpiKwWoIialyAwWOefJcSD7/KNWzXkGWZoSmzdrPnqW5J8fsD1YMS3RSBtiOweoJqO8KT9bODi8mgqWtrS6z0m0rVngDnWRdUx9xwjArg0WhFoA0IrJ6g+K2pNiBZtg63pHhy3xidd5OCoV8+hlDHh7llju2a/gfmsESTKAK1QmC1BBW9VaFTK0Su25hHd+hBFTwHZrckwua6ralx/raYyMO1thD5zfofqPFfnZpWLwRWS1BrptzH6Pjgb71wW9Sa4odMPW9v0UIand6YYoys3ZMmeFFlXjL87kt75lkb/YenxtcDgcgKLzqs4Jef2eAwTXHRBd5GcQb10zBlXuP0UN7+ubiHUOrNFfVDSLxBGYw6MvAWJ/I6eKvlPsFSw4ZSkxSB60PAu76sM3Lma2z4aQ2RJxkak8FlOqrJNPW+5qc7REoQrz2Ye6iPnsXb80Ox8mu9wciwLhoKLX7biMgz+e3Pct/qSiuKr9PyvD/SoioLs6Z4VSI/zsg2q6xQzUgRaD4C5QjKehtCYplnGIJp6AnwMxpvz8+En9Qo5zlF6IZhOz87YaVMvdbFfdTxz/KeFDs5droD70xEHkKau2d/TmO8Tta+FtZ5PDT/iqTm/h7lRb5iBbFGiufTRDrCFySz/aT120fUkC+QLhL+DUO1BnsoHHIusrcN8edSo80rZ4vdcsQy8L7I23M7kzCN2Hco5xlktslgjt1X8QZxFFy7/VbI+bcyfwzrQvzodZLo0zowhjGOw6YkJr7DUATpalfr2Qzi3CP/BsqkYp1JOCQe3hSlpeFNVnyjRFITme3vMS3PMmFeWG4UgDdubD9nI25KaG9SfjvfdURMz5g6Zcqup05gXvz3XqHsfa4NQZmn3wLz5Nte2wV/LrXBHLZISYKi6tLlUjzbX3qpyyrQDWGZ3dLFsfMiUQ28r7hBOBMSFuXt+QXmYb46UNYjVQAAEABJREFUEhPhsOl66TyboBj9DZT8TIt0hMTDmyLiQnwoJC7eWNF755CgQG+ZdXfPdZmiN6bEFq3jBDdzuKmjvUnhcC2JOPKM+9DTvYkIqM2lEagvQRl03u4fu3RdmqcYzUWVmWeZrFtHSFiUNnhKk7VLXvNvgH8LybBy5+sJjJbjKeXZZYQes1S4kcgqzE6zUgTqh0A9CYrfjOJnOeqHV/UWuRfmlr67rr78JuQY/S3MQ+T1qZ2rQ8XtXIfVh/VBWC1pIQJ1I6hL4Vd43T9zC9FOqxKH+tYGvozenCC6pSHwuNNHcLNJam3AxS5lhytR3YJd30dYAJBGNx2BOhHUK1kLN4UT401HdVb7SVKPf+T7917NmjRfH3fsVriyKF+tKbEkKXrXItV18swryvP6UeBwZRjiZqQi+5v6jNv1I60ltASBVRPUubADXQvvyOPOrrCjbgmwc1WDGNCDLLtyLbuQc2Gn60gv5PLYbM2mxdC7XgtJ5sUfu8yvG7x1eeluiphnvm51sVyVSvsXb2ORGn6duTqg2p9T7/cdf2H5z//L/4XWggWCCgNHEvyHmZSqh52Yv8gbMfJcwvAnkBI8ps4eiGmxpY38PIOVl64eWUcJq+mos/KPw8Ur83xT9h8UPchfNn031EmseIefrT0Z814cMXU2Je50K8cGOMZ1zTqyzEnLqrymJ/K40wO53EG2byAzeFTwKvn3txbGf3sXSC+5fzus56Lt6goZ/tD+qzZ+Pwyd7cD/pTKfbpktV9VeJgJWjmVRGYT7yzR52WV5bkjtH5094T/MpPAO/HHHgEjyhWTDO/80WQvpHUXpmT+HaX7p7AvvJKuqLf/hWYdcuRNUUlxuGR3g+ONBNeXAXmL1uLPhyIqdKjtKCjsnkVf4434ZSdhFZ/0D2qk3IqbYiKqxIYEWYcAy4/Kv88hyYoz4N0hyJj4UEXb8VxiJeQSM8Lf447bw72/SWy+qU0z4VdaHWEZE+4NrY9pNYdtOtbGgrdHOrCf/J93/0o/lnq+q0mbNSxFYIgJeJWWRbPjPlibsROJC9DgfAsSVnWrcibrOqbMr8TXjJzvc+Upqbir+DZJEYkzY8XPIdHSNzryuf4tsO7bhyFa07VQbd/bczSTr2dxWUssVgZkQqIagZipSlRUBRUARUAQUgWIElKCKMVINRYAIqCgCisCSEVCCWjLgWpwioAgoAopAOQSUoMrhpFqKgCKgCDQXgYZargTV0IZTsxUBRUARaDsCSlA1b+HeO3/DPcz3fmevlya/3+31Wv6wXs2bSM1TBBSBa0JACeqagF0kW0dKH+7u9j7snMjat69i5Vj4mYU0sfadDMI/oHvR+3D3sPdhh++sm7F4VVcEFAFFoH4IKEHVqE0cMf1+d9+RkthfYdoWpOy+LmIfQvk1SOoMokQFMHRXBBSB5iKgBFWTtuthqA7EdCbWPqvApA7yIFEFvXc7mzjXXRFoLQJasfYioARVg7btYTgPxPQOpsALwm91+z1ZkxOdo6oOUM1JEVAEloeAEtTysE4tCZ7TPobmOJyXGl9B4DrmqAIlqQqQ1CzqiYCVl7KoVPky4Hqi1Eir2k9QNW6WHhc0lBrSM+9FzHMx0pU17ycnPDfmkRjzSkTOIXn7uiMpHe7Lw0jjmopA/A7DRY58j2NT699iu5WgVtS4Q48G3lOOAUbeyEDuHD741IPsH/78OTj8+79OnPD850+Hhz9/2j188JnzTE+RUx5RrWO4T99+DZB0VwQUgWYgoAS1qnaKvuOSNed0KfCOQEj9w0efS30rCyR1IIPb20JSy67TVo/zXdnxuTFccNGD15f+PNaOn5U4Wp244/cmP9CW8/yWK2tSn9cZaaIy7vacbR92Atg58+dVojKHeUw+cwbcaH9WHecN540KbO07u6fK3OnTpnnz1nSKQNMRUIJaQQv2uGJP5F5G0ZcYwvPhGc3s7Rw+Ci5IavkkZffYmWeUnRrsOlB0+vDAvkDhNfJ/MSVWjqF30ft952CqU731bVsQPyURSSPLlN2T/pQ+85hIw7JYprjnxew7Z5cIsaVI0UYsYHcfcuLqx+fKjEzXj8v+UT70LMuDZBJyUZmM75HwPuycYej1D1ynYyrymjb1PuycQPSxAQCl+81CQAlqFe1t7W5OsbscwsuJL4xyJCUG81apqhjq+3epzs51/iQmdpRRp5+aYSJwXaw8Qae6lA7VddprciIsU2bferxRWPt2gpSvIeWfObPyRCKymnkZ/9BjOhESnkgH5ZbZaRsfG9AVmWXQUp16IFCBFUpQFYA4SxbsoKCfdXf/0Q3VQWHhffAXktBlej6WcelRw1BnJzt/kSxbh5qph3WEvgYB7ON4LXsPnhoyJrGwLJzOtrv09JZEOrOlHNO+58gYQ49joRkXDtNByKFHEk6GVm7wFjwuXZGZC5FGtgkBJahlt+b3sJdZpJE9qWjjcJ9YySKILXpHkrElOtL1DJVywdY+c15OOe3SWi5PK09KJ5hQjMhp/vQT2dFrPEaexUN+g/AAafMw5Q3FR+jk7W1Ykblp93b89sv2Rl5DLjPOvr69CfGLRMTUxmbBpgQFEJa6G8nqyE4xNMe7a6lsC2/vY06mmypy+yKtHM7J4C6d8195HWmcNO5Q2almrSDcFyubMrXNHcC86DnNlQEXI8CePHK7BF5vJF7Wb8wj6L8UkVNI9m7lMJf0OZwoku458Rket1rz88bhg88+xGAe8icxAjskbcMwrZDspKHbEzHhcetFbm/Xpn04p+vJsRSJ2PS/0RVVRAlq+cCnD5mhg6vaFHpRJL1UeRSkEpR433ZhR96w16VYeRktf/8cd6jsVDcZJuzYRS7laiPRVeYZIts82xCdvTvP0MiLDA3YbJ6DHDaAV3+0rJ9L+R9+3kP4dlQ/IRmnZVFAGjbDc0aZzH9itSbnIWkHCuLjAzhM7fdKeW1TyTRAEWgOAkpQS2wr10FmledJICvenAeQ3YHTulN00tuHKR0qI7kknh27DG5vyvjd/9ykwnwLBJ6beU6PAyRikjKVbmIFYCL+EulBsp/2E2FTp1H9PvsTdUvqZZNGuhd56fBK5jBxjvocCG8IJsLdpTW77qg/S0dAC1wOAkpQy8E5KiUMM8d3cbe8coKSNZNxl+/MBznd9tlJu6ucn6Hn1s/pyHNSzxIF7+PB50128vQ48lIObw7Svdc1zy9Kn8wbbdXHdbonNRtplHrGTThUO+6Vonju9iF/VRSBtiKgBNXWlp2rXpYdb3rKgfRIPOmRGaHfb/MOHx5ORvwiwZgbIjGVziLMqBs8vVnIaVSekYxhS/vQzeNJqW1rSJy5yhHuJvUGpkz63Mw1UhGoMQJKUNfROFl5huJL+ob5j/SIZYUOO9X0CVJ24hNzJGXsch2rMSSpMurldWgP5obKJ4CmtT38Tu+etz8dWBwCL4qEkU6+t/6d0s7mIjXXgc0gunFtkHEPw31jQ5ju+u//OhnX1CtFoD0IeO2pitZkIQT4toesDObsxJnd8I0Y6R05FeaRGe0Zkm/aPNjlXN7TyGaTTg6hTVm9ZbkycpTy6sQ+7H3YOdMFD1eI6JkiECOgBBUjsYxj9kIIrnRbhgXZZViT0qlG6ot14sjDCL0NqWibnVSyyTedYMoaam359IPbJKgsou6Ida+KAlHd3e/9frc3JNWyllSpp3kpArVBQAmqNk2xYkOs3ciwIH0xQIZyanAo5RYDSKmtPCkUZ7fJ56LmFcl+pm2qZDfcueZxmDFvOBdEZZ+5j1euffsKz+oEZOUIaypDDVAEbgAC3g2oY32q6Hnp8xCwsFfydTlQbd6e7Tmuui4dkMyLuUUkfVVgRq2cJ7rmcX4q/6Hfq/RbICtHWCCr6EW8GW9zv0qiZ4pAexDwZq2K6s+PgOugspLnDLFlJdHw5iHAv4HDB5+3xZhHkv1CX0nZ1sXKExmEf/R+vzvXwo6UPDVIEag1AkpQy2+ejLtn26/aFM5j9OCZpco7f6Pq8jLzy169mJlkSRGnYqQrVUsoB1KwcfFIvDJPSFbRl5FPC5JF0dE7Dk+iC/1VBNqLgBLUstvWmKwFA1skkkrN4WuLrBxLmvyf/9ksWdZMw1ipeXpStiy53m0q9wsuF69cZlyS78jq50+79KwgRhxhmlewNmtRBaIEfy/qSREIlfYioAS17Lb1zEFmkVZKPRMjJTZ6T+jodjNUzznUNBaXM0+08MOgVnxZ5fb9dpa3sb1Ks7LKjgjTERaJ/Sn00hdW0JNapicMQ3RXBJaJgBLUMtFGWUNiyBrKuYfJ8GqG+tb+TSLMWL5upucwsjtxkTDMIjrUKH/v/X63B40OZGW7W0EnkuaNrM9LvkyHtgpSpcKFDPCoDty7DUXSSSr1oeCVQa0FXyMCNzFrJajVtPo0QVzZsc/O7+py9rOe+5ifzXpP26UM/kLyGst42ImnE6eVJ+5FsmMpii+cF2dtXl2LM6lKw0ggadu85Bu9OonDn9PyP+HYak1iByKzKVJq+b1rGyN8jkqmttSHgqe0NEARaCQCSlAraDZ3VyySTgYi0Qfpft+Za1jMkRMIJbNaVvZdh5emYCW9ExRsa/zekT/bwopb30hOK/WeYHm8T5GyiwBWs94QkHDE2ixP93TyhbrD6zQPqOPycoYU/qTbX5hMFRSB5iKgBLWqtlvzsjo4WrQuVo57v9/dd14IQwqkB0LDHfoZ0j3JUT3lpzIy4/NXn23J2regTIdKm3v04qzk2ZJpxnVEcF4H+aY/dDwIg7IkxboJyBp5ZQyfCklZprYsD2gtZbh1KjEDzGw3B0xSvdDj48cbVUTKYEC8qm+FeXIMhSMIZWyuSkeq2LwqMtE8Zkcgmosyz3NTYhIcpPCVnT3Ip4+jH+vzvIf5Hcg+4khMx4jL81YuJZ8Uxd3pR8udkVXqDpKSE/fmhXc7nMAfUyJ59T7c3YXNtCdJTmnzP2Npl3JhJGsRyrqQpD7s5N00SI/xa99ORCT9pbrwiofeMVSm9oOpEBfAd/EBM3ee82Ntuu2eoT05CauLMnufz8yL/95TKYkB8KoO/cVyMk+/BebJt71lyWLWXqVWgrrCYulnhw8+7YuRrM96X9ljhZ39a7Hwqj7suLkMnmOY6R3kGRTziAnR2I3pR6SI87z9+1/YEeYRyrrwo4Zr8gUd9gUkXihwBs/ii4j9FdmvQ+KdQ1vMM75e2dF5UdkETJtfoz5nPXh/joRBSO5IT/bDzhkMfw3JxjrnBsCVnflgrv0V5QYod3QDgnLcHpH+Du9+00nx+18Y53Qb/KOmKwKpCChBpcKyvEB0XH3J7jSrMORSjHT5rE2ZzNz8VPE74+Ks2KnHiwQyOm6zh/LZucdpVnoEDruwJ++moAPyfwKdFzD0tTvSkxXJqB+0ov1p4Q3A4C99qF5C0vZ7cnUDEjjC+rBzEpG+EOPpNFZeuvaajtEQRaAVCChB1aAZXacp8hSmZGtTNL0AAA2XSURBVHVeiJprP8Wwng8SnOku23W0Rrg8fDF74B06L1HqtQGPvsC2iqwiRk9zhvZGxTgyid7FxzSj8JQTEhIl3WuKEpwOv7QbXemvItBCBBpBUC3EfapKroMb3N6sqONEB2ieI89tRzZTpRUHoBMPSG7QPIXMsaP8nz/350i4lCSoX1/4iqGs54vKWfFRBrINnA/KqYu49mA7i3lfNs20HtIObvuO8KYjNUQRaA0CSlA1akp2OK7jHMgdscLVNOezmYeOC54YOsyNKjwXdqbIaxs20LsrR1T0TGB/FeWj3Gvd4bkeRg/BmucoaAaszXvhsOmDzyCJzzMPX7p2fvCpxzxkNqJiG8Bb+9RjHqKbItByBJSgatjAXE3H5eAgh03cod8R3umTsNJE5KkY6ULXgBT4WfDSd/Nlq468DyDbzhaWRzsEnbTIRyEh8Zo2Dm7/QIKl/WN58y0VsBG63TFZ83bH9JIXoRyM6cbp89LI7Bs7euC2j/pFWMf1Y71YPwrrR6ENrCPIBfUsOWyabRPzQNk9kOQPrq4sg8IynQBjd22ew5v9CTbO5K1ll6wxikAzEPCaYebNtZKdPe/0HWE9/Lw3dXzw+YAd3TIQcrawPNrBTpoeBIbxnE0/fzpkZ59mB8Np45T8/V8nafoMc2X9/DmYJQ3TLSKuzLh+rBfrR2F9KbTnUXCxSBlpaUf4sAwKy3TyqeewffBpn95sWloNUwTajIASVJtbV+umCCgCisACCKw6qRLUqltAy1cEFIGFEOgNnw1c8BgsZIQmvhYElKCuBVbNVBFQBBQBRWBRBJSgFkXwJqfXuisCioAicI0IKEFdI7iatSKgCCgCisD8CChBzY+dplQEFIHmIqCWNwABJagGNJKaqAgoAorATURACeomtrrWWRFQBBSBBiCgBJXRSBqsCCgCioAisFoElKBWi7+WrggoAoqAIpCBgBJUBjAarAg0FwG1fA4ENnq/7/jLlDlsvHFJlKBuXJNrhRUBRSAFgS2xcizLlBQjNGgcASWocTz0ShFQBBQBRWCFCCSLVoJKoqHnioAioAgoArVBQAmqNk2hhigCioAioAgkEVCCSqKxpPOuf98mZUnFphbj+/6m7//NT4rUeZuwDYZvJG2Pzv3NCTW9VAQUgQYioATVwEarwmTf/2uv698/M+J9MRIeJwXh9r5/f08SG8ICiB2X7kFCZXTa9f962J0g4fvT+U3kNU7acXoSzijjxInv3+9D58SI9zVpe3TufUHcmQ/ylcTmg4i7E3YVXU/anchOTxUBReCaEVCCumaA65g9Ot19I/YdbOtAUncrtoQXYnqpicX6k+Hl8ptMNX3t+/5G178PYpLXiN2CZO5BEJxlRjYswke9I1LuHnRRf7ThXsOqoOaKKAYzIqAENSNgTVf3fX/bijwrqocV77BIB/Hr9EpwHO0+PDNcrEMmdlOC8CaSTFzC9g0jXiAiW5CC3VKvQKdJ0be2jQhI2TyB1SXqDy3dFYGGI+A13H41f0YEPPH640nMeyvhD8fBkaHg/Cd0hK9EBpMd/MZ4uujKk3DMizIT15FW8a8Vr5smIt9P4tRG1g5kipzsG9pM22OxYh7ZSBfqyf37iZ0oJxnL88n4UEKWySgVRUARWDIC3pLL0+JSEPB9f7Prdw+6GLqBcG7mhEM4PoZ1YvWuf59zQCPx4QnFcTxCf7+b0PEjT4ZRY2JFtiWx4fogCIKLOAjnJ0fB0S6Oo7BhXOpdO9JPDOeZ3lCfh3P+lJEg+C8UmSaRbb6rr32YzAtlPz0OjvtIOCIxwRYE/zwMkB9Ox3boXTA8KWMKuEjG8RxBG90ErrgWfzj/hXDrwy5KN6HDtqBeLLxOxsfh8dFHW3WjebuzbjRHdtLFNcOpw/RGwn2ex4K6cw7O/T34sCEO16Mi0CYElKBq0JpGvBMRkxy62UIH9MJgOAudz4Zcbfdw6sSb8ISgz2E7FxfpDJAnzqZ2e5YMMmL3ff9vEyST1Eg9/5gI3YKNm7wedqjrPIeQnMbKQtjc+2R9kdHHIDg6wPGa91vEf4QryGLPCIfaZEjYjKfISMdO3wTwpmAUnzS463cP0AaYD3TkG88JIm/70Ay90WF+CEumFOoO83Tlj0XqhSLQBgS8NlSiBXWIO/XJqmyhY95jIDqpsc4Y1yNPJYVgToMgSCUHOz301UFHeNyF9+bDM/ATXhvLTRN00MF4uOcIzhtbHGEndISd6XiyxFU34YHE5yCDkddgpzv9g0TypZ3CjhdVFRa1m7sxSWZ5GV9YMZMYxlE1PKpJikD1CHjVZ6k5zoHAKTojzJt4XRHzXhKbFXnmgzSG3sKo84JKB+HOc/EkdASBMLcbkczOOxq2sm9kettCutdGvDMSlSS2uJxEEIf/TuNrI9aVb0XcUbDZcossoDna7+FsTJAfPQ8Eu51x7iT68VIJOIpbyi/rD0/yO7GYq8DJdhOxnE/btJgTRN2fioSHzBjXu2ib5zy/EupG83aSmKe7itczRaD5CHjNr0Lza2DF2w2G8yZWBn3UKElEuLzlOmp0UmPEA++qh0hBZzYiBl6Hw46N52lyjHkb5PUScRPlIERkHXGv4b3suSv3c2vTHYY/IYYkoRMML3EwPjbqjIahWB9EtHK3Yh4dB0fbED8Igoyh1HmqbtDOa8zzgjckyNuRH44nITBP5mjEnAWYZ4skcHrJeD1XBNqAwLIIqg1YXVsd2MnEmaMzQmdj3Z1zHBbfaYcpE+VDnYR3Yd4jj7NheObhKDjasxJuGhHemZ9PKlqRF0PSmYxy1+H48FMHZNl3Ee5n3At0QQU/sOPlpMCGg0SyCRvtRiJumacfA9xMVFFgiDnGiXzgxdp3Xf/+2X3//u5EnF4qAjcOASWoGja5wd1xmllBEJB4Pibitnz/r86LisOs2MP4vOiI/C6OgqP94+Bo08IrgP6YRwXSGcsb8aN9spO2In0Zblc22LNhkDv4vr/pTlJ+jkCYk0IvIqE6lpcZLiBIxDfuNIAHZERephjesSK/gqT2U+I0SBG4MQgoQdWwqdE5+UmzwsSdthU5kMRmxE7caYelCSqRjQTwCtBZjuWN+KGXEmYRy0foxDtXlQ3PQ2eDmSLa8aHCoXKpgxFxecpoM098398eXV7nyeJ5D3GczoikbCW8I+LmBcduEOxw/nE6lYYoAjcDASWoGrQz7pRHJDPsdO+Nm/V95D0MvYpkR5bQdcN7GCIcT528Yv4obw/HMdLB9QY6RD+pG4q4cvFHMqYrw22aNFwEhsCCXBuc1ow/YfTAbLLeYkDcvn+/LxOb7/sbvu+n2jyhel2X2yh/g5njuI3jaG4O51N7EARnx8FxH0RFm5OkD91bTI/j+G7FpIaPa92QKysv5aaKyIG0eEPf0+LaNaRqFsM5Xb97AOLYN+h0ZXxjh3+WDDIZf5TIp/CPFcN2PvT4jNWXLuY6IO5hTyMey0h2pCCD8FBStgBDUwwGaQQ8JgW2paZJ6qSdww4+oDwlwGSP+kEQXCBvd87robgFHUh7AXH1wPHEiPcV9ezLkrYYj0RxsMs76fp/PTTT7Snx5vv3+bAt55v2fPcs2pqPOEdsOA737xlkbx92h0vzh4o39nD48PPejZUHnw8KGr7R0V6jrW+V8eYJiIMP264nqnVpJdxNXLtTEMO+Oxn/OQ8wTDceNH1lxbATjCM4LEcPjJIsFzekshuAFGLFtCPiuYLtPBkXFqwgTOrOen6E+TIj8iolHW1nHSiOZK1Isp5y/Zt9M1EGsLUPEUbbcLjafd/f5BWGZ30cOd+EGwa+Ud6+w7WzH0fuH4cYSxDdFOCmgcEjYX0powA9UQTahIAS1Mpb03Vskx0PrSI5+XEHxYBYEEZv5zS+5hEd9wGPFci5FfMoCK7e0mDFbmbna4NE3GkQBLQtEXR1Gq9GvAqZ/QwktWuFz4vJWP1TclrqEBgw4o1Emk3naBuulEyYeGuIp8mz8aOdWAhiRViG6KYI3BQElKBW0NLsYK/EosMNN43Ic4hbao2O6KmVcBOdPT2UKQv9aHHAsJNz0ZfwXNK8KheZ/DkO/tlD3ndYBstLikXHfxwcodx/HibTWLH7jIslGXeMuZPj4YtmcRzrcGHTQZyGR17HaXldRpJp4rQBvAmWZSXki21HuMV1sSBYxCXxiZNOHSdtmFKQyRfMhqkkgba6QJkcPn16ZYewHbdZBwtsYxHkyXKiOnjdWD8+Ip+fEOczT+rFwpsGxN2J9YbHCfKLtfWoCDQfASWoFbQhO9grCS4CDKUdYfgKskdhR8SwNNN8/689E81rjIaO0FHtZ+lLygbdM5bBspJCm1LUBfonjIslTSctDOlQTvIFsFfeVZxX8fEqzWQZyJ8vtt1P1oHnAYY6EXcxqZ92HYDskjKpw3yS8bhOvWlgOsShLY8OjoZL5olxFBYgfAyHkW3MO9aPj0HOw7+IO4v1hsd9lq2iCLQRASWoBrVq179/YqIPDY7ICeaf4w5dOykAoftNQ0Dr23YElKAa1cLmbMJczlP1cFc9uiOfiNdLRUARUAQai4ASVIOaDt5TkDD31ErIeYrMIaeErp4qAoqAItA4BNpMUI1rjCKDMZQXGJFXXARwHBxtw3NScioCTeMVAUWgsQj8LwAAAP//J1UC6QAAAAZJREFUAwDm/ecZjT5Y4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48" name="AutoShape 4" descr="data:image/png;base64,iVBORw0KGgoAAAANSUhEUgAAAagAAAClCAYAAAAJW2mqAAAQAElEQVR4Aex9TXLbSLbuScjx2jOpNlCUVyDVTH4Tg+6edZRNR7nf1PQKLK/A8gpKXoHl6buusOyKO7stwZO2405KWoGl2oClmfuGibzflyAokMQfSYgEoIPAIYDMk5knv5Tyw8lMAJ7opggoAoqAIqAILAEB3/c3fP9v/pX4G3nFKkHloaNxioAioAgoAgsj4Pv3+13//okR76uR8PhKvK8MZ7ykbEpQKaBoUEMQUDMVAUWg1gj4vr/ddcQkr2HoFuQS8jEhvN4yIq+hF/jwsBA32pWgRlDoiSKgCCgCikBVCIBsNo14gYiQmM6tyNPj4GgD4idkg+HQIVHdM9BHutGwnye6KQKKgCKgCCwbgdaXZ8Q7FJF1yKmVsCfinfnj80/biJMgODpA/CbOTyHwplw6nCKF+9UfRUARUAQUAUWgIgSGc0r0nC5BPr4nXu9q3imeg/L+6Pr3L3wMAwZBcAE9kJg4T8oHkdEUjz8qioAioAgoAopAVQgYkV3BhuG7XZIPTuP9I+JeUhBwDlk3kacl0DtD+L5gM2JdeiUogFHHXW1SBBQBRaCJCPjRQgd6TzA/5DAfjtEOAgqOgqO9I4gVrx+FSmd4lFBCR1Ai9iHDPP6oKAKKgCKgCCgC1SBwy80tIa+P8IoucBztVuwmh+8oRsI9ibaP0UFkqM+5KPEx9KcEFSOjR0VAEagIAc1GEchCwDwBMR1ToHEP8tFK6IbzcB7vQ1K7taEEFUOiR0VAEVAEFIEqEdhIyQzekn0Th2PI7xBe00l8PTwO030/U4IaIqIHRUARUAQUgcURCIL/Coa5bGGYbkg2UQgIKTgOjvs4PmeIFfmVw308p0B/E0fOX12CuFZCUChfd0VAEVAEFIH2ImDes26eeJPDdwyWo+CIiyHgTYlguI/nwg36fR5FrFtc4UUX+qsIKAKKgCKgCFSDgBXjSMeK7Pq+Hy+aGMvcirc3DNi67993etB/wTArawc8evxRUQQUgZIIqJoioAgUIhAN8zkvis85BaGYEyteN5TQEQ8zoI5FGCUUuTDiuaFBI/KKcYLNg+iuCCgCioAioAhUioCVQR8Zcsk4SMoeeBL6uJ7Yv2OeKfRBSq8RsQ45Da+Wn4sSFBDRXRFQBBSBG4DAUqsYRK8vAilFnhSH74x4X7r+/TNIADnjNcMFG0jqlQWJMR0u3a4E5WDQH0VAEVAEFIGqESDZHAf/7FkM5YlYLi+/RBl8cwSfgeIR1/YN44+Co13qI360K0GNoNATRUARaCQCb8+t3FT57czN29S93TindBwc94+Dow14ST+QkHjk9THCGZ9WByWoNFRuaJhWWxFQBBSB60aAXhIJiceispSgihDSeEVAEVAEFIGVIKAEtRLYtVBFQBGoFgHNrY0IKEG1sVW1ToqAIqAItAABJagWNKJWQRFQBBSBNiJwUwiqjW2ndVIEFAFFoNUIKEG1unm1coqAIqAINBcBJajmtp1aflMQ0HoqAjcUgXYQ1LsvG/IfX/xcefdl84a2sVZbEVAEFIFGItAOgvou22K841z57vVFN0VAEVAEFIFlIrBQWd5YanoZRZ7IVPz5nvxHivx2vjvyaP7/l+2xcvRCEVAEFAFFQBEoQMBz5BK/x2rgfcn1QlK9FHkhJkWs/DrKy/P+iN6V9ecJjgfy25994bBcgXEarQgoAoqAInBzERj3oK4dB7uFIp6Ita9l4J05sqLXhkDdbyYCWmtFQBFQBLIQ8LIilhDOj1M9AVF9AVHtL6E8LUIRWA0C8QhF1rEhb6ReDXha6k1GYJUElcT9mbz980SH/ZKQ6LkioAjUGwG17roRqAtBoZ52SwZrgZIUoNBdEVAEFAFFQGpEUGwNkFRoDnmmoggoAorAEhE4FysvlypLrFxTi6oZQQFGa+65VX44bfiu5isCikBTEDD2TP7R2VuqNAWbFdpZlqAuxdiPuRLffYi8GumJOZ2rbtbuzZVOEykCioAioAi0BoFyBGXsifyy6edKfPfxuLM70nv847Y87hgR80hE3kDK7h3Rh3vLYqV6ikD1CGiOikANEChHUIsa+vjHQxBVX9bCO1LWqzJeT3RTBBQBRUARuLEIeEut+aM7Z7I28FHmOSR/N6KvRxLdFAFFQBG4uQjMSVALAPbozoUYUzzHZOzGAqVoUkVAEVAEFIGGI7B8giJgv/x4wIOKIqAIKAKKgCKQhcBqCIrWcFUgjyqKwJIR0OIUAUWgGQisjqBWhc+7L5vuMyDucyDne+49gHwXWp7wcyJv/+yt5C0XtJdvf6cNeTYm46g7ki/RhxyX/fZ42j36NAtwju15e34oSVvj80VWbbJubB+WEedXdHx7vu/e5M80Li1wos2r+rvUchUBRWAKgdURlDWbU9YkA6w5S14ufG6kDzKyEn9SxH0ORF6IyDPhw8F5ws+JiH2HtF+Rx6EjOCS8tp0dLgn07fkZyvzi3v5OG/JsTMZRdyTesfAzKQOPtlv3zkN23qMOes6OmTaSgGLyjInn7fkFMLrCmWWPbBHi/VCStsbnRjZk1o1lsy6sG9uH5cT5FR3Z7tSnuLTescM6eqHrmSPRt+cHjsRIYHkEGttBW9KkqF7WbLvy0tKmhv2pH98swrQJ8VbmeHPFRBrxDppQ1Xlt9OZNuFC66E61k5uHkROpdssvr3xZD12Hz44jr9Mqn9+4Ju/o+SkSEqhIVTYnyrBbws571EGjY/7ule/w2BlHxPnV4cBPp7hOXiLiEVlPFHY9pyQM2sCyo7pUXU5HonyfiKubfSdrJvuN+6HddPpMkybF1q3npp/Mk+UV56kadUcgfnZ0kWPL5/O9lbThwCtexeeF9X4nHzsNzwsqey0TyY5vdHcdolx/Jz9vw0ed4zUQZwmD6LXRU6PHI7IaG0qYqSqKgCJQDQJeNdnMkAvvwEWeFKR4I3xmqkCpBtG487WvFyYpkhPJTuzWgnVqb3KSE992L/KwvZXUmikCikASgeUSFOdVOCyTtCDtfC0s9rDS0q0qjHXifMw85Y/ISdbnSX4j0ozISQn8RrS3VlIRGCKwHILinAHnbKJ5lWHRGQcjzxviPY1XwHgHM6/yY8freRzKVHIaR3P8auBhIljJaRyUFl5plRSBCQS8iev0S6644+T9LMK5ApISV0VxzoBzNum5J0PfyC+d7MnopGb9zjsSev2ZzBp4rGtnpjQi5+5t8SJvJF4FlHyDPJ8vo8yYaW3VoyHhWYf1orfvi7wfYUSsiEtSRC5rW281TBFQBEp/sLAjnLyfRThXUI6Uomag5/S4M1sHH6Wc9fdy2MG/cp0X37Ruw65MibxExueQ8ruVXSm7RUOCRXNxcW6XOHnlXrb7uLPp3hZPrOLVP8k3yMdvnedb5CnGPEXa+uxJgkieW7mQyY0eprX7k8E51yBttOXjzsYQo97Y931ibOIj9YiRe4lxTq4apQgoAitBwFtJqclC2UmF4U/FnlMy0Vznb9DB/yDslNhBsVNnB883rf/jTiBT0tmD7qYYeY7SSBA4FO7lPxNivJJkZk5hNz9bsjvX0Gc4qPZ5skIIoEDMSPhrIfE2wPFKiH2a/L87J0g5vkceaZnhz0t3g+FI+04wnkmJq0UX5NwKD1z5rHOaFJqANk5LlxXG8grzVAVFoPkIeCurwoiYNn1J65yqNszKGTr46bt0Kdg45BiGfAN7OZJa86ibn2n0HFiJYSt0XHz7+6IdaL411ceG4YkjfL4YeJHcy3mkl8L24Q3GImUtkpbtw/KzpChvE144vLLST4azvKI8ryHe7m1v2L0df3myPfvD29dQb2ZpX9/ehPgqt0thQMyqEK+KTObKg8N/XFrtntb/Utypz1VIRYkcgZpyw49WtqVoC71ekQriL92nSRbt5JFRI3eubhTpFNpuw95SbnAKDclXaEfs7W0x4fHSRFBeXYDzpI8JkWMVKYeBVLN51WQzdy7rSPlE+DocLqiI5mUQVMOdQ4H0+opMM3azSEXEFhOUkb25PD5pyVbug5VvnOfRkiprNRQBRWAcgVUT1JU19KhIVHxH3FVozc68g0oMYl3zM7oUL6ymrPxy6hvr2WKv2t5wjOrbempZqxBYXWW81RWdWfIz90JTruDKVFlRxGAwPZE/qynR0FVRquBGe09Ehy9Q5TFbLtV7ygZHYxSBNiBQkqDMae4qpazVRqNw4ZLtNwCs3EIDvvInNHyAFUlqtLu5qAXtMVI88WtlcSKUxm8c/s2uhLGKUTY6GqMItAKBcgQ16yqjyVVHbjl3py9c4h09l1P8fBGHwfhgcCtgTlTC87YTVxmn4exLpTNyWkJw9UWUmYsMzc3GqHrUNUdFoHYIeEu3iK+H58OmIvSo8os38kKiJdn5ek2KDaXYgxLdFAFFQBFQBJZPUDHmfKhS5H18mXkceCUfaM3MQSPaiIAxOsTXxnZddp20vFoj4K3UurWwDPn0VmqjFl5PBMrM5dXTcrVKEVAESiKwWoJyT8Sb0wJbO60b5iuosEaXQCD6cGIJRVVRBBSBpiKwWoIialyAwWOefJcSD7/KNWzXkGWZoSmzdrPnqW5J8fsD1YMS3RSBtiOweoJqO8KT9bODi8mgqWtrS6z0m0rVngDnWRdUx9xwjArg0WhFoA0IrJ6g+K2pNiBZtg63pHhy3xidd5OCoV8+hlDHh7llju2a/gfmsESTKAK1QmC1BBW9VaFTK0Su25hHd+hBFTwHZrckwua6ralx/raYyMO1thD5zfofqPFfnZpWLwRWS1BrptzH6Pjgb71wW9Sa4odMPW9v0UIand6YYoys3ZMmeFFlXjL87kt75lkb/YenxtcDgcgKLzqs4Jef2eAwTXHRBd5GcQb10zBlXuP0UN7+ubiHUOrNFfVDSLxBGYw6MvAWJ/I6eKvlPsFSw4ZSkxSB60PAu76sM3Lma2z4aQ2RJxkak8FlOqrJNPW+5qc7REoQrz2Ye6iPnsXb80Ox8mu9wciwLhoKLX7biMgz+e3Pct/qSiuKr9PyvD/SoioLs6Z4VSI/zsg2q6xQzUgRaD4C5QjKehtCYplnGIJp6AnwMxpvz8+En9Qo5zlF6IZhOz87YaVMvdbFfdTxz/KeFDs5droD70xEHkKau2d/TmO8Tta+FtZ5PDT/iqTm/h7lRb5iBbFGiufTRDrCFySz/aT120fUkC+QLhL+DUO1BnsoHHIusrcN8edSo80rZ4vdcsQy8L7I23M7kzCN2Hco5xlktslgjt1X8QZxFFy7/VbI+bcyfwzrQvzodZLo0zowhjGOw6YkJr7DUATpalfr2Qzi3CP/BsqkYp1JOCQe3hSlpeFNVnyjRFITme3vMS3PMmFeWG4UgDdubD9nI25KaG9SfjvfdURMz5g6Zcqup05gXvz3XqHsfa4NQZmn3wLz5Nte2wV/LrXBHLZISYKi6tLlUjzbX3qpyyrQDWGZ3dLFsfMiUQ28r7hBOBMSFuXt+QXmYb46UNYjVQAAEABJREFUEhPhsOl66TyboBj9DZT8TIt0hMTDmyLiQnwoJC7eWNF755CgQG+ZdXfPdZmiN6bEFq3jBDdzuKmjvUnhcC2JOPKM+9DTvYkIqM2lEagvQRl03u4fu3RdmqcYzUWVmWeZrFtHSFiUNnhKk7VLXvNvgH8LybBy5+sJjJbjKeXZZYQes1S4kcgqzE6zUgTqh0A9CYrfjOJnOeqHV/UWuRfmlr67rr78JuQY/S3MQ+T1qZ2rQ8XtXIfVh/VBWC1pIQJ1I6hL4Vd43T9zC9FOqxKH+tYGvozenCC6pSHwuNNHcLNJam3AxS5lhytR3YJd30dYAJBGNx2BOhHUK1kLN4UT401HdVb7SVKPf+T7917NmjRfH3fsVriyKF+tKbEkKXrXItV18swryvP6UeBwZRjiZqQi+5v6jNv1I60ltASBVRPUubADXQvvyOPOrrCjbgmwc1WDGNCDLLtyLbuQc2Gn60gv5PLYbM2mxdC7XgtJ5sUfu8yvG7x1eeluiphnvm51sVyVSvsXb2ORGn6duTqg2p9T7/cdf2H5z//L/4XWggWCCgNHEvyHmZSqh52Yv8gbMfJcwvAnkBI8ps4eiGmxpY38PIOVl64eWUcJq+mos/KPw8Ur83xT9h8UPchfNn031EmseIefrT0Z814cMXU2Je50K8cGOMZ1zTqyzEnLqrymJ/K40wO53EG2byAzeFTwKvn3txbGf3sXSC+5fzus56Lt6goZ/tD+qzZ+Pwyd7cD/pTKfbpktV9VeJgJWjmVRGYT7yzR52WV5bkjtH5094T/MpPAO/HHHgEjyhWTDO/80WQvpHUXpmT+HaX7p7AvvJKuqLf/hWYdcuRNUUlxuGR3g+ONBNeXAXmL1uLPhyIqdKjtKCjsnkVf4434ZSdhFZ/0D2qk3IqbYiKqxIYEWYcAy4/Kv88hyYoz4N0hyJj4UEXb8VxiJeQSM8Lf447bw72/SWy+qU0z4VdaHWEZE+4NrY9pNYdtOtbGgrdHOrCf/J93/0o/lnq+q0mbNSxFYIgJeJWWRbPjPlibsROJC9DgfAsSVnWrcibrOqbMr8TXjJzvc+Upqbir+DZJEYkzY8XPIdHSNzryuf4tsO7bhyFa07VQbd/bczSTr2dxWUssVgZkQqIagZipSlRUBRUARUAQUgWIElKCKMVINRYAIqCgCisCSEVCCWjLgWpwioAgoAopAOQSUoMrhpFqKgCKgCDQXgYZargTV0IZTsxUBRUARaDsCSlA1b+HeO3/DPcz3fmevlya/3+31Wv6wXs2bSM1TBBSBa0JACeqagF0kW0dKH+7u9j7snMjat69i5Vj4mYU0sfadDMI/oHvR+3D3sPdhh++sm7F4VVcEFAFFoH4IKEHVqE0cMf1+d9+RkthfYdoWpOy+LmIfQvk1SOoMokQFMHRXBBSB5iKgBFWTtuthqA7EdCbWPqvApA7yIFEFvXc7mzjXXRFoLQJasfYioARVg7btYTgPxPQOpsALwm91+z1ZkxOdo6oOUM1JEVAEloeAEtTysE4tCZ7TPobmOJyXGl9B4DrmqAIlqQqQ1CzqiYCVl7KoVPky4Hqi1Eir2k9QNW6WHhc0lBrSM+9FzHMx0pU17ycnPDfmkRjzSkTOIXn7uiMpHe7Lw0jjmopA/A7DRY58j2NT699iu5WgVtS4Q48G3lOOAUbeyEDuHD741IPsH/78OTj8+79OnPD850+Hhz9/2j188JnzTE+RUx5RrWO4T99+DZB0VwQUgWYgoAS1qnaKvuOSNed0KfCOQEj9w0efS30rCyR1IIPb20JSy67TVo/zXdnxuTFccNGD15f+PNaOn5U4Wp244/cmP9CW8/yWK2tSn9cZaaIy7vacbR92Atg58+dVojKHeUw+cwbcaH9WHecN540KbO07u6fK3OnTpnnz1nSKQNMRUIJaQQv2uGJP5F5G0ZcYwvPhGc3s7Rw+Ci5IavkkZffYmWeUnRrsOlB0+vDAvkDhNfJ/MSVWjqF30ft952CqU731bVsQPyURSSPLlN2T/pQ+85hIw7JYprjnxew7Z5cIsaVI0UYsYHcfcuLqx+fKjEzXj8v+UT70LMuDZBJyUZmM75HwPuycYej1D1ynYyrymjb1PuycQPSxAQCl+81CQAlqFe1t7W5OsbscwsuJL4xyJCUG81apqhjq+3epzs51/iQmdpRRp5+aYSJwXaw8Qae6lA7VddprciIsU2bferxRWPt2gpSvIeWfObPyRCKymnkZ/9BjOhESnkgH5ZbZaRsfG9AVmWXQUp16IFCBFUpQFYA4SxbsoKCfdXf/0Q3VQWHhffAXktBlej6WcelRw1BnJzt/kSxbh5qph3WEvgYB7ON4LXsPnhoyJrGwLJzOtrv09JZEOrOlHNO+58gYQ49joRkXDtNByKFHEk6GVm7wFjwuXZGZC5FGtgkBJahlt+b3sJdZpJE9qWjjcJ9YySKILXpHkrElOtL1DJVywdY+c15OOe3SWi5PK09KJ5hQjMhp/vQT2dFrPEaexUN+g/AAafMw5Q3FR+jk7W1Ykblp93b89sv2Rl5DLjPOvr69CfGLRMTUxmbBpgQFEJa6G8nqyE4xNMe7a6lsC2/vY06mmypy+yKtHM7J4C6d8195HWmcNO5Q2almrSDcFyubMrXNHcC86DnNlQEXI8CePHK7BF5vJF7Wb8wj6L8UkVNI9m7lMJf0OZwoku458Rket1rz88bhg88+xGAe8icxAjskbcMwrZDspKHbEzHhcetFbm/Xpn04p+vJsRSJ2PS/0RVVRAlq+cCnD5mhg6vaFHpRJL1UeRSkEpR433ZhR96w16VYeRktf/8cd6jsVDcZJuzYRS7laiPRVeYZIts82xCdvTvP0MiLDA3YbJ6DHDaAV3+0rJ9L+R9+3kP4dlQ/IRmnZVFAGjbDc0aZzH9itSbnIWkHCuLjAzhM7fdKeW1TyTRAEWgOAkpQS2wr10FmledJICvenAeQ3YHTulN00tuHKR0qI7kknh27DG5vyvjd/9ykwnwLBJ6beU6PAyRikjKVbmIFYCL+EulBsp/2E2FTp1H9PvsTdUvqZZNGuhd56fBK5jBxjvocCG8IJsLdpTW77qg/S0dAC1wOAkpQy8E5KiUMM8d3cbe8coKSNZNxl+/MBznd9tlJu6ucn6Hn1s/pyHNSzxIF7+PB50128vQ48lIObw7Svdc1zy9Kn8wbbdXHdbonNRtplHrGTThUO+6Vonju9iF/VRSBtiKgBNXWlp2rXpYdb3rKgfRIPOmRGaHfb/MOHx5ORvwiwZgbIjGVziLMqBs8vVnIaVSekYxhS/vQzeNJqW1rSJy5yhHuJvUGpkz63Mw1UhGoMQJKUNfROFl5huJL+ob5j/SIZYUOO9X0CVJ24hNzJGXsch2rMSSpMurldWgP5obKJ4CmtT38Tu+etz8dWBwCL4qEkU6+t/6d0s7mIjXXgc0gunFtkHEPw31jQ5ju+u//OhnX1CtFoD0IeO2pitZkIQT4toesDObsxJnd8I0Y6R05FeaRGe0Zkm/aPNjlXN7TyGaTTg6hTVm9ZbkycpTy6sQ+7H3YOdMFD1eI6JkiECOgBBUjsYxj9kIIrnRbhgXZZViT0qlG6ot14sjDCL0NqWibnVSyyTedYMoaam359IPbJKgsou6Ida+KAlHd3e/9frc3JNWyllSpp3kpArVBQAmqNk2xYkOs3ciwIH0xQIZyanAo5RYDSKmtPCkUZ7fJ56LmFcl+pm2qZDfcueZxmDFvOBdEZZ+5j1euffsKz+oEZOUIaypDDVAEbgAC3g2oY32q6Hnp8xCwsFfydTlQbd6e7Tmuui4dkMyLuUUkfVVgRq2cJ7rmcX4q/6Hfq/RbICtHWCCr6EW8GW9zv0qiZ4pAexDwZq2K6s+PgOugspLnDLFlJdHw5iHAv4HDB5+3xZhHkv1CX0nZ1sXKExmEf/R+vzvXwo6UPDVIEag1AkpQy2+ejLtn26/aFM5j9OCZpco7f6Pq8jLzy169mJlkSRGnYqQrVUsoB1KwcfFIvDJPSFbRl5FPC5JF0dE7Dk+iC/1VBNqLgBLUstvWmKwFA1skkkrN4WuLrBxLmvyf/9ksWdZMw1ipeXpStiy53m0q9wsuF69cZlyS78jq50+79KwgRhxhmlewNmtRBaIEfy/qSREIlfYioAS17Lb1zEFmkVZKPRMjJTZ6T+jodjNUzznUNBaXM0+08MOgVnxZ5fb9dpa3sb1Ks7LKjgjTERaJ/Sn00hdW0JNapicMQ3RXBJaJgBLUMtFGWUNiyBrKuYfJ8GqG+tb+TSLMWL5upucwsjtxkTDMIjrUKH/v/X63B40OZGW7W0EnkuaNrM9LvkyHtgpSpcKFDPCoDty7DUXSSSr1oeCVQa0FXyMCNzFrJajVtPo0QVzZsc/O7+py9rOe+5ifzXpP26UM/kLyGst42ImnE6eVJ+5FsmMpii+cF2dtXl2LM6lKw0ggadu85Bu9OonDn9PyP+HYak1iByKzKVJq+b1rGyN8jkqmttSHgqe0NEARaCQCSlAraDZ3VyySTgYi0Qfpft+Za1jMkRMIJbNaVvZdh5emYCW9ExRsa/zekT/bwopb30hOK/WeYHm8T5GyiwBWs94QkHDE2ixP93TyhbrD6zQPqOPycoYU/qTbX5hMFRSB5iKgBLWqtlvzsjo4WrQuVo57v9/dd14IQwqkB0LDHfoZ0j3JUT3lpzIy4/NXn23J2regTIdKm3v04qzk2ZJpxnVEcF4H+aY/dDwIg7IkxboJyBp5ZQyfCklZprYsD2gtZbh1KjEDzGw3B0xSvdDj48cbVUTKYEC8qm+FeXIMhSMIZWyuSkeq2LwqMtE8Zkcgmosyz3NTYhIcpPCVnT3Ip4+jH+vzvIf5Hcg+4khMx4jL81YuJZ8Uxd3pR8udkVXqDpKSE/fmhXc7nMAfUyJ59T7c3YXNtCdJTmnzP2Npl3JhJGsRyrqQpD7s5N00SI/xa99ORCT9pbrwiofeMVSm9oOpEBfAd/EBM3ee82Ntuu2eoT05CauLMnufz8yL/95TKYkB8KoO/cVyMk+/BebJt71lyWLWXqVWgrrCYulnhw8+7YuRrM96X9ljhZ39a7Hwqj7suLkMnmOY6R3kGRTziAnR2I3pR6SI87z9+1/YEeYRyrrwo4Zr8gUd9gUkXihwBs/ii4j9FdmvQ+KdQ1vMM75e2dF5UdkETJtfoz5nPXh/joRBSO5IT/bDzhkMfw3JxjrnBsCVnflgrv0V5QYod3QDgnLcHpH+Du9+00nx+18Y53Qb/KOmKwKpCChBpcKyvEB0XH3J7jSrMORSjHT5rE2ZzNz8VPE74+Ks2KnHiwQyOm6zh/LZucdpVnoEDruwJ++moAPyfwKdFzD0tTvSkxXJqB+0ov1p4Q3A4C99qF5C0vZ7cnUDEjjC+rBzEpG+EOPpNFZeuvaajtEQRaAVCChB1aAZXacp8hSmZGtTNL0AAA2XSURBVHVeiJprP8Wwng8SnOku23W0Rrg8fDF74B06L1HqtQGPvsC2iqwiRk9zhvZGxTgyid7FxzSj8JQTEhIl3WuKEpwOv7QbXemvItBCBBpBUC3EfapKroMb3N6sqONEB2ieI89tRzZTpRUHoBMPSG7QPIXMsaP8nz/350i4lCSoX1/4iqGs54vKWfFRBrINnA/KqYu49mA7i3lfNs20HtIObvuO8KYjNUQRaA0CSlA1akp2OK7jHMgdscLVNOezmYeOC54YOsyNKjwXdqbIaxs20LsrR1T0TGB/FeWj3Gvd4bkeRg/BmucoaAaszXvhsOmDzyCJzzMPX7p2fvCpxzxkNqJiG8Bb+9RjHqKbItByBJSgatjAXE3H5eAgh03cod8R3umTsNJE5KkY6ULXgBT4WfDSd/Nlq468DyDbzhaWRzsEnbTIRyEh8Zo2Dm7/QIKl/WN58y0VsBG63TFZ83bH9JIXoRyM6cbp89LI7Bs7euC2j/pFWMf1Y71YPwrrR6ENrCPIBfUsOWyabRPzQNk9kOQPrq4sg8IynQBjd22ew5v9CTbO5K1ll6wxikAzEPCaYebNtZKdPe/0HWE9/Lw3dXzw+YAd3TIQcrawPNrBTpoeBIbxnE0/fzpkZ59mB8Np45T8/V8nafoMc2X9/DmYJQ3TLSKuzLh+rBfrR2F9KbTnUXCxSBlpaUf4sAwKy3TyqeewffBpn95sWloNUwTajIASVJtbV+umCCgCisACCKw6qRLUqltAy1cEFIGFEOgNnw1c8BgsZIQmvhYElKCuBVbNVBFQBBQBRWBRBJSgFkXwJqfXuisCioAicI0IKEFdI7iatSKgCCgCisD8CChBzY+dplQEFIHmIqCWNwABJagGNJKaqAgoAorATURACeomtrrWWRFQBBSBBiCgBJXRSBqsCCgCioAisFoElKBWi7+WrggoAoqAIpCBgBJUBjAarAg0FwG1fA4ENnq/7/jLlDlsvHFJlKBuXJNrhRUBRSAFgS2xcizLlBQjNGgcASWocTz0ShFQBBQBRWCFCCSLVoJKoqHnioAioAgoArVBQAmqNk2hhigCioAioAgkEVCCSqKxpPOuf98mZUnFphbj+/6m7//NT4rUeZuwDYZvJG2Pzv3NCTW9VAQUgQYioATVwEarwmTf/2uv698/M+J9MRIeJwXh9r5/f08SG8ICiB2X7kFCZXTa9f962J0g4fvT+U3kNU7acXoSzijjxInv3+9D58SI9zVpe3TufUHcmQ/ylcTmg4i7E3YVXU/anchOTxUBReCaEVCCumaA65g9Ot19I/YdbOtAUncrtoQXYnqpicX6k+Hl8ptMNX3t+/5G178PYpLXiN2CZO5BEJxlRjYswke9I1LuHnRRf7ThXsOqoOaKKAYzIqAENSNgTVf3fX/bijwrqocV77BIB/Hr9EpwHO0+PDNcrEMmdlOC8CaSTFzC9g0jXiAiW5CC3VKvQKdJ0be2jQhI2TyB1SXqDy3dFYGGI+A13H41f0YEPPH640nMeyvhD8fBkaHg/Cd0hK9EBpMd/MZ4uujKk3DMizIT15FW8a8Vr5smIt9P4tRG1g5kipzsG9pM22OxYh7ZSBfqyf37iZ0oJxnL88n4UEKWySgVRUARWDIC3pLL0+JSEPB9f7Prdw+6GLqBcG7mhEM4PoZ1YvWuf59zQCPx4QnFcTxCf7+b0PEjT4ZRY2JFtiWx4fogCIKLOAjnJ0fB0S6Oo7BhXOpdO9JPDOeZ3lCfh3P+lJEg+C8UmSaRbb6rr32YzAtlPz0OjvtIOCIxwRYE/zwMkB9Ox3boXTA8KWMKuEjG8RxBG90ErrgWfzj/hXDrwy5KN6HDtqBeLLxOxsfh8dFHW3WjebuzbjRHdtLFNcOpw/RGwn2ex4K6cw7O/T34sCEO16Mi0CYElKBq0JpGvBMRkxy62UIH9MJgOAudz4Zcbfdw6sSb8ISgz2E7FxfpDJAnzqZ2e5YMMmL3ff9vEyST1Eg9/5gI3YKNm7wedqjrPIeQnMbKQtjc+2R9kdHHIDg6wPGa91vEf4QryGLPCIfaZEjYjKfISMdO3wTwpmAUnzS463cP0AaYD3TkG88JIm/70Ay90WF+CEumFOoO83Tlj0XqhSLQBgS8NlSiBXWIO/XJqmyhY95jIDqpsc4Y1yNPJYVgToMgSCUHOz301UFHeNyF9+bDM/ATXhvLTRN00MF4uOcIzhtbHGEndISd6XiyxFU34YHE5yCDkddgpzv9g0TypZ3CjhdVFRa1m7sxSWZ5GV9YMZMYxlE1PKpJikD1CHjVZ6k5zoHAKTojzJt4XRHzXhKbFXnmgzSG3sKo84JKB+HOc/EkdASBMLcbkczOOxq2sm9kettCutdGvDMSlSS2uJxEEIf/TuNrI9aVb0XcUbDZcossoDna7+FsTJAfPQ8Eu51x7iT68VIJOIpbyi/rD0/yO7GYq8DJdhOxnE/btJgTRN2fioSHzBjXu2ib5zy/EupG83aSmKe7itczRaD5CHjNr0Lza2DF2w2G8yZWBn3UKElEuLzlOmp0UmPEA++qh0hBZzYiBl6Hw46N52lyjHkb5PUScRPlIERkHXGv4b3suSv3c2vTHYY/IYYkoRMML3EwPjbqjIahWB9EtHK3Yh4dB0fbED8Igoyh1HmqbtDOa8zzgjckyNuRH44nITBP5mjEnAWYZ4skcHrJeD1XBNqAwLIIqg1YXVsd2MnEmaMzQmdj3Z1zHBbfaYcpE+VDnYR3Yd4jj7NheObhKDjasxJuGhHemZ9PKlqRF0PSmYxy1+H48FMHZNl3Ee5n3At0QQU/sOPlpMCGg0SyCRvtRiJumacfA9xMVFFgiDnGiXzgxdp3Xf/+2X3//u5EnF4qAjcOASWoGja5wd1xmllBEJB4Pibitnz/r86LisOs2MP4vOiI/C6OgqP94+Bo08IrgP6YRwXSGcsb8aN9spO2In0Zblc22LNhkDv4vr/pTlJ+jkCYk0IvIqE6lpcZLiBIxDfuNIAHZERephjesSK/gqT2U+I0SBG4MQgoQdWwqdE5+UmzwsSdthU5kMRmxE7caYelCSqRjQTwCtBZjuWN+KGXEmYRy0foxDtXlQ3PQ2eDmSLa8aHCoXKpgxFxecpoM098398eXV7nyeJ5D3GczoikbCW8I+LmBcduEOxw/nE6lYYoAjcDASWoGrQz7pRHJDPsdO+Nm/V95D0MvYpkR5bQdcN7GCIcT528Yv4obw/HMdLB9QY6RD+pG4q4cvFHMqYrw22aNFwEhsCCXBuc1ow/YfTAbLLeYkDcvn+/LxOb7/sbvu+n2jyhel2X2yh/g5njuI3jaG4O51N7EARnx8FxH0RFm5OkD91bTI/j+G7FpIaPa92QKysv5aaKyIG0eEPf0+LaNaRqFsM5Xb97AOLYN+h0ZXxjh3+WDDIZf5TIp/CPFcN2PvT4jNWXLuY6IO5hTyMey0h2pCCD8FBStgBDUwwGaQQ8JgW2paZJ6qSdww4+oDwlwGSP+kEQXCBvd87robgFHUh7AXH1wPHEiPcV9ezLkrYYj0RxsMs76fp/PTTT7Snx5vv3+bAt55v2fPcs2pqPOEdsOA737xlkbx92h0vzh4o39nD48PPejZUHnw8KGr7R0V6jrW+V8eYJiIMP264nqnVpJdxNXLtTEMO+Oxn/OQ8wTDceNH1lxbATjCM4LEcPjJIsFzekshuAFGLFtCPiuYLtPBkXFqwgTOrOen6E+TIj8iolHW1nHSiOZK1Isp5y/Zt9M1EGsLUPEUbbcLjafd/f5BWGZ30cOd+EGwa+Ud6+w7WzH0fuH4cYSxDdFOCmgcEjYX0powA9UQTahIAS1Mpb03Vskx0PrSI5+XEHxYBYEEZv5zS+5hEd9wGPFci5FfMoCK7e0mDFbmbna4NE3GkQBLQtEXR1Gq9GvAqZ/QwktWuFz4vJWP1TclrqEBgw4o1Emk3naBuulEyYeGuIp8mz8aOdWAhiRViG6KYI3BQElKBW0NLsYK/EosMNN43Ic4hbao2O6KmVcBOdPT2UKQv9aHHAsJNz0ZfwXNK8KheZ/DkO/tlD3ndYBstLikXHfxwcodx/HibTWLH7jIslGXeMuZPj4YtmcRzrcGHTQZyGR17HaXldRpJp4rQBvAmWZSXki21HuMV1sSBYxCXxiZNOHSdtmFKQyRfMhqkkgba6QJkcPn16ZYewHbdZBwtsYxHkyXKiOnjdWD8+Ip+fEOczT+rFwpsGxN2J9YbHCfKLtfWoCDQfASWoFbQhO9grCS4CDKUdYfgKskdhR8SwNNN8/689E81rjIaO0FHtZ+lLygbdM5bBspJCm1LUBfonjIslTSctDOlQTvIFsFfeVZxX8fEqzWQZyJ8vtt1P1oHnAYY6EXcxqZ92HYDskjKpw3yS8bhOvWlgOsShLY8OjoZL5olxFBYgfAyHkW3MO9aPj0HOw7+IO4v1hsd9lq2iCLQRASWoBrVq179/YqIPDY7ICeaf4w5dOykAoftNQ0Dr23YElKAa1cLmbMJczlP1cFc9uiOfiNdLRUARUAQai4ASVIOaDt5TkDD31ErIeYrMIaeErp4qAoqAItA4BNpMUI1rjCKDMZQXGJFXXARwHBxtw3NScioCTeMVAUWgsQj8LwAAAP//J1UC6QAAAAZJREFUAwDm/ecZjT5Y4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9" name="Picture 28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219456"/>
            <a:ext cx="2386584" cy="758952"/>
          </a:xfrm>
          <a:prstGeom prst="rect">
            <a:avLst/>
          </a:prstGeom>
        </p:spPr>
      </p:pic>
      <p:pic>
        <p:nvPicPr>
          <p:cNvPr id="30" name="Picture 29" descr="ibm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2" y="509969"/>
            <a:ext cx="1344168" cy="43186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088880" y="128016"/>
            <a:ext cx="2231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 smtClean="0">
                <a:latin typeface="Baskerville Old Face" pitchFamily="18" charset="0"/>
              </a:rPr>
              <a:t>In collaboration with</a:t>
            </a:r>
            <a:endParaRPr lang="en-US" sz="1100" b="1" dirty="0">
              <a:latin typeface="Baskerville Old Face" pitchFamily="18" charset="0"/>
            </a:endParaRPr>
          </a:p>
        </p:txBody>
      </p:sp>
      <p:sp>
        <p:nvSpPr>
          <p:cNvPr id="28" name="Google Shape;88;p13"/>
          <p:cNvSpPr txBox="1"/>
          <p:nvPr/>
        </p:nvSpPr>
        <p:spPr>
          <a:xfrm>
            <a:off x="539496" y="1529935"/>
            <a:ext cx="1107338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dirty="0" smtClean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Project Objectives ( Why do you made this project ? )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20" name="Google Shape;239;p21"/>
          <p:cNvSpPr txBox="1"/>
          <p:nvPr/>
        </p:nvSpPr>
        <p:spPr>
          <a:xfrm>
            <a:off x="1190625" y="2787104"/>
            <a:ext cx="10334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Spoofing (MAC &amp; IP):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Masking an unauthorized electronic node as a trusted device using counterfeit hardware IDs or IP addresses to bypass firewalls.</a:t>
            </a:r>
            <a:endParaRPr/>
          </a:p>
        </p:txBody>
      </p:sp>
      <p:sp>
        <p:nvSpPr>
          <p:cNvPr id="21" name="Google Shape;240;p21"/>
          <p:cNvSpPr txBox="1"/>
          <p:nvPr/>
        </p:nvSpPr>
        <p:spPr>
          <a:xfrm>
            <a:off x="1190625" y="3526184"/>
            <a:ext cx="10334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Malicious Payloads (Malware):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Injecting viruses, spy tools, or trojans into electronic firmwares to control machinery or spy on communication lines.</a:t>
            </a:r>
            <a:endParaRPr/>
          </a:p>
        </p:txBody>
      </p:sp>
      <p:sp>
        <p:nvSpPr>
          <p:cNvPr id="22" name="Google Shape;241;p21"/>
          <p:cNvSpPr txBox="1"/>
          <p:nvPr/>
        </p:nvSpPr>
        <p:spPr>
          <a:xfrm>
            <a:off x="1190625" y="4265265"/>
            <a:ext cx="10334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Ransomware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Scourge: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Encrypting core system files and databases, completely freezing vital machinery, and demanding crypto ransom payments.</a:t>
            </a:r>
            <a:endParaRPr/>
          </a:p>
        </p:txBody>
      </p:sp>
      <p:pic>
        <p:nvPicPr>
          <p:cNvPr id="23" name="Google Shape;24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2801391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354047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4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4279552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 descr="data:image/png;base64,iVBORw0KGgoAAAANSUhEUgAAAagAAAClCAYAAAAJW2mqAAAQAElEQVR4Aex9TXLbSLbuScjx2jOpNlCUVyDVTH4Tg+6edZRNR7nf1PQKLK/A8gpKXoHl6buusOyKO7stwZO2405KWoGl2oClmfuGibzflyAokMQfSYgEoIPAIYDMk5knv5Tyw8lMAJ7opggoAoqAIqAILAEB3/c3fP9v/pX4G3nFKkHloaNxioAioAgoAgsj4Pv3+13//okR76uR8PhKvK8MZ7ykbEpQKaBoUEMQUDMVAUWg1gj4vr/ddcQkr2HoFuQS8jEhvN4yIq+hF/jwsBA32pWgRlDoiSKgCCgCikBVCIBsNo14gYiQmM6tyNPj4GgD4idkg+HQIVHdM9BHutGwnye6KQKKgCKgCCwbgdaXZ8Q7FJF1yKmVsCfinfnj80/biJMgODpA/CbOTyHwplw6nCKF+9UfRUARUAQUAUWgIgSGc0r0nC5BPr4nXu9q3imeg/L+6Pr3L3wMAwZBcAE9kJg4T8oHkdEUjz8qioAioAgoAopAVQgYkV3BhuG7XZIPTuP9I+JeUhBwDlk3kacl0DtD+L5gM2JdeiUogFHHXW1SBBQBRaCJCPjRQgd6TzA/5DAfjtEOAgqOgqO9I4gVrx+FSmd4lFBCR1Ai9iHDPP6oKAKKgCKgCCgC1SBwy80tIa+P8IoucBztVuwmh+8oRsI9ibaP0UFkqM+5KPEx9KcEFSOjR0VAEagIAc1GEchCwDwBMR1ToHEP8tFK6IbzcB7vQ1K7taEEFUOiR0VAEVAEFIEqEdhIyQzekn0Th2PI7xBe00l8PTwO030/U4IaIqIHRUARUAQUgcURCIL/Coa5bGGYbkg2UQgIKTgOjvs4PmeIFfmVw308p0B/E0fOX12CuFZCUChfd0VAEVAEFIH2ImDes26eeJPDdwyWo+CIiyHgTYlguI/nwg36fR5FrFtc4UUX+qsIKAKKgCKgCFSDgBXjSMeK7Pq+Hy+aGMvcirc3DNi67993etB/wTArawc8evxRUQQUgZIIqJoioAgUIhAN8zkvis85BaGYEyteN5TQEQ8zoI5FGCUUuTDiuaFBI/KKcYLNg+iuCCgCioAioAhUioCVQR8Zcsk4SMoeeBL6uJ7Yv2OeKfRBSq8RsQ45Da+Wn4sSFBDRXRFQBBSBG4DAUqsYRK8vAilFnhSH74x4X7r+/TNIADnjNcMFG0jqlQWJMR0u3a4E5WDQH0VAEVAEFIGqESDZHAf/7FkM5YlYLi+/RBl8cwSfgeIR1/YN44+Co13qI360K0GNoNATRUARaCQCb8+t3FT57czN29S93TindBwc94+Dow14ST+QkHjk9THCGZ9WByWoNFRuaJhWWxFQBBSB60aAXhIJiceispSgihDSeEVAEVAEFIGVIKAEtRLYtVBFQBGoFgHNrY0IKEG1sVW1ToqAIqAItAABJagWNKJWQRFQBBSBNiJwUwiqjW2ndVIEFAFFoNUIKEG1unm1coqAIqAINBcBJajmtp1aflMQ0HoqAjcUgXYQ1LsvG/IfX/xcefdl84a2sVZbEVAEFIFGItAOgvou22K841z57vVFN0VAEVAEFIFlIrBQWd5YanoZRZ7IVPz5nvxHivx2vjvyaP7/l+2xcvRCEVAEFAFFQBEoQMBz5BK/x2rgfcn1QlK9FHkhJkWs/DrKy/P+iN6V9ecJjgfy25994bBcgXEarQgoAoqAInBzERj3oK4dB7uFIp6Ita9l4J05sqLXhkDdbyYCWmtFQBFQBLIQ8LIilhDOj1M9AVF9AVHtL6E8LUIRWA0C8QhF1rEhb6ReDXha6k1GYJUElcT9mbz980SH/ZKQ6LkioAjUGwG17roRqAtBoZ52SwZrgZIUoNBdEVAEFAFFQGpEUGwNkFRoDnmmoggoAorAEhE4FysvlypLrFxTi6oZQQFGa+65VX44bfiu5isCikBTEDD2TP7R2VuqNAWbFdpZlqAuxdiPuRLffYi8GumJOZ2rbtbuzZVOEykCioAioAi0BoFyBGXsifyy6edKfPfxuLM70nv847Y87hgR80hE3kDK7h3Rh3vLYqV6ikD1CGiOikANEChHUIsa+vjHQxBVX9bCO1LWqzJeT3RTBBQBRUARuLEIeEut+aM7Z7I28FHmOSR/N6KvRxLdFAFFQBG4uQjMSVALAPbozoUYUzzHZOzGAqVoUkVAEVAEFIGGI7B8giJgv/x4wIOKIqAIKAKKgCKQhcBqCIrWcFUgjyqKwJIR0OIUAUWgGQisjqBWhc+7L5vuMyDucyDne+49gHwXWp7wcyJv/+yt5C0XtJdvf6cNeTYm46g7ki/RhxyX/fZ42j36NAtwju15e34oSVvj80VWbbJubB+WEedXdHx7vu/e5M80Li1wos2r+rvUchUBRWAKgdURlDWbU9YkA6w5S14ufG6kDzKyEn9SxH0ORF6IyDPhw8F5ws+JiH2HtF+Rx6EjOCS8tp0dLgn07fkZyvzi3v5OG/JsTMZRdyTesfAzKQOPtlv3zkN23qMOes6OmTaSgGLyjInn7fkFMLrCmWWPbBHi/VCStsbnRjZk1o1lsy6sG9uH5cT5FR3Z7tSnuLTescM6eqHrmSPRt+cHjsRIYHkEGttBW9KkqF7WbLvy0tKmhv2pH98swrQJ8VbmeHPFRBrxDppQ1Xlt9OZNuFC66E61k5uHkROpdssvr3xZD12Hz44jr9Mqn9+4Ju/o+SkSEqhIVTYnyrBbws571EGjY/7ule/w2BlHxPnV4cBPp7hOXiLiEVlPFHY9pyQM2sCyo7pUXU5HonyfiKubfSdrJvuN+6HddPpMkybF1q3npp/Mk+UV56kadUcgfnZ0kWPL5/O9lbThwCtexeeF9X4nHzsNzwsqey0TyY5vdHcdolx/Jz9vw0ed4zUQZwmD6LXRU6PHI7IaG0qYqSqKgCJQDQJeNdnMkAvvwEWeFKR4I3xmqkCpBtG487WvFyYpkhPJTuzWgnVqb3KSE992L/KwvZXUmikCikASgeUSFOdVOCyTtCDtfC0s9rDS0q0qjHXifMw85Y/ISdbnSX4j0ozISQn8RrS3VlIRGCKwHILinAHnbKJ5lWHRGQcjzxviPY1XwHgHM6/yY8freRzKVHIaR3P8auBhIljJaRyUFl5plRSBCQS8iev0S6644+T9LMK5ApISV0VxzoBzNum5J0PfyC+d7MnopGb9zjsSev2ZzBp4rGtnpjQi5+5t8SJvJF4FlHyDPJ8vo8yYaW3VoyHhWYf1orfvi7wfYUSsiEtSRC5rW281TBFQBEp/sLAjnLyfRThXUI6Uomag5/S4M1sHH6Wc9fdy2MG/cp0X37Ruw65MibxExueQ8ruVXSm7RUOCRXNxcW6XOHnlXrb7uLPp3hZPrOLVP8k3yMdvnedb5CnGPEXa+uxJgkieW7mQyY0eprX7k8E51yBttOXjzsYQo97Y931ibOIj9YiRe4lxTq4apQgoAitBwFtJqclC2UmF4U/FnlMy0Vznb9DB/yDslNhBsVNnB883rf/jTiBT0tmD7qYYeY7SSBA4FO7lPxNivJJkZk5hNz9bsjvX0Gc4qPZ5skIIoEDMSPhrIfE2wPFKiH2a/L87J0g5vkceaZnhz0t3g+FI+04wnkmJq0UX5NwKD1z5rHOaFJqANk5LlxXG8grzVAVFoPkIeCurwoiYNn1J65yqNszKGTr46bt0Kdg45BiGfAN7OZJa86ibn2n0HFiJYSt0XHz7+6IdaL411ceG4YkjfL4YeJHcy3mkl8L24Q3GImUtkpbtw/KzpChvE144vLLST4azvKI8ryHe7m1v2L0df3myPfvD29dQb2ZpX9/ehPgqt0thQMyqEK+KTObKg8N/XFrtntb/Utypz1VIRYkcgZpyw49WtqVoC71ekQriL92nSRbt5JFRI3eubhTpFNpuw95SbnAKDclXaEfs7W0x4fHSRFBeXYDzpI8JkWMVKYeBVLN51WQzdy7rSPlE+DocLqiI5mUQVMOdQ4H0+opMM3azSEXEFhOUkb25PD5pyVbug5VvnOfRkiprNRQBRWAcgVUT1JU19KhIVHxH3FVozc68g0oMYl3zM7oUL6ymrPxy6hvr2WKv2t5wjOrbempZqxBYXWW81RWdWfIz90JTruDKVFlRxGAwPZE/qynR0FVRquBGe09Ehy9Q5TFbLtV7ygZHYxSBNiBQkqDMae4qpazVRqNw4ZLtNwCs3EIDvvInNHyAFUlqtLu5qAXtMVI88WtlcSKUxm8c/s2uhLGKUTY6GqMItAKBcgQ16yqjyVVHbjl3py9c4h09l1P8fBGHwfhgcCtgTlTC87YTVxmn4exLpTNyWkJw9UWUmYsMzc3GqHrUNUdFoHYIeEu3iK+H58OmIvSo8os38kKiJdn5ek2KDaXYgxLdFAFFQBFQBJZPUDHmfKhS5H18mXkceCUfaM3MQSPaiIAxOsTXxnZddp20vFoj4K3UurWwDPn0VmqjFl5PBMrM5dXTcrVKEVAESiKwWoJyT8Sb0wJbO60b5iuosEaXQCD6cGIJRVVRBBSBpiKwWoIialyAwWOefJcSD7/KNWzXkGWZoSmzdrPnqW5J8fsD1YMS3RSBtiOweoJqO8KT9bODi8mgqWtrS6z0m0rVngDnWRdUx9xwjArg0WhFoA0IrJ6g+K2pNiBZtg63pHhy3xidd5OCoV8+hlDHh7llju2a/gfmsESTKAK1QmC1BBW9VaFTK0Su25hHd+hBFTwHZrckwua6ralx/raYyMO1thD5zfofqPFfnZpWLwRWS1BrptzH6Pjgb71wW9Sa4odMPW9v0UIand6YYoys3ZMmeFFlXjL87kt75lkb/YenxtcDgcgKLzqs4Jef2eAwTXHRBd5GcQb10zBlXuP0UN7+ubiHUOrNFfVDSLxBGYw6MvAWJ/I6eKvlPsFSw4ZSkxSB60PAu76sM3Lma2z4aQ2RJxkak8FlOqrJNPW+5qc7REoQrz2Ye6iPnsXb80Ox8mu9wciwLhoKLX7biMgz+e3Pct/qSiuKr9PyvD/SoioLs6Z4VSI/zsg2q6xQzUgRaD4C5QjKehtCYplnGIJp6AnwMxpvz8+En9Qo5zlF6IZhOz87YaVMvdbFfdTxz/KeFDs5droD70xEHkKau2d/TmO8Tta+FtZ5PDT/iqTm/h7lRb5iBbFGiufTRDrCFySz/aT120fUkC+QLhL+DUO1BnsoHHIusrcN8edSo80rZ4vdcsQy8L7I23M7kzCN2Hco5xlktslgjt1X8QZxFFy7/VbI+bcyfwzrQvzodZLo0zowhjGOw6YkJr7DUATpalfr2Qzi3CP/BsqkYp1JOCQe3hSlpeFNVnyjRFITme3vMS3PMmFeWG4UgDdubD9nI25KaG9SfjvfdURMz5g6Zcqup05gXvz3XqHsfa4NQZmn3wLz5Nte2wV/LrXBHLZISYKi6tLlUjzbX3qpyyrQDWGZ3dLFsfMiUQ28r7hBOBMSFuXt+QXmYb46UNYjVQAAEABJREFUEhPhsOl66TyboBj9DZT8TIt0hMTDmyLiQnwoJC7eWNF755CgQG+ZdXfPdZmiN6bEFq3jBDdzuKmjvUnhcC2JOPKM+9DTvYkIqM2lEagvQRl03u4fu3RdmqcYzUWVmWeZrFtHSFiUNnhKk7VLXvNvgH8LybBy5+sJjJbjKeXZZYQes1S4kcgqzE6zUgTqh0A9CYrfjOJnOeqHV/UWuRfmlr67rr78JuQY/S3MQ+T1qZ2rQ8XtXIfVh/VBWC1pIQJ1I6hL4Vd43T9zC9FOqxKH+tYGvozenCC6pSHwuNNHcLNJam3AxS5lhytR3YJd30dYAJBGNx2BOhHUK1kLN4UT401HdVb7SVKPf+T7917NmjRfH3fsVriyKF+tKbEkKXrXItV18swryvP6UeBwZRjiZqQi+5v6jNv1I60ltASBVRPUubADXQvvyOPOrrCjbgmwc1WDGNCDLLtyLbuQc2Gn60gv5PLYbM2mxdC7XgtJ5sUfu8yvG7x1eeluiphnvm51sVyVSvsXb2ORGn6duTqg2p9T7/cdf2H5z//L/4XWggWCCgNHEvyHmZSqh52Yv8gbMfJcwvAnkBI8ps4eiGmxpY38PIOVl64eWUcJq+mos/KPw8Ur83xT9h8UPchfNn031EmseIefrT0Z814cMXU2Je50K8cGOMZ1zTqyzEnLqrymJ/K40wO53EG2byAzeFTwKvn3txbGf3sXSC+5fzus56Lt6goZ/tD+qzZ+Pwyd7cD/pTKfbpktV9VeJgJWjmVRGYT7yzR52WV5bkjtH5094T/MpPAO/HHHgEjyhWTDO/80WQvpHUXpmT+HaX7p7AvvJKuqLf/hWYdcuRNUUlxuGR3g+ONBNeXAXmL1uLPhyIqdKjtKCjsnkVf4434ZSdhFZ/0D2qk3IqbYiKqxIYEWYcAy4/Kv88hyYoz4N0hyJj4UEXb8VxiJeQSM8Lf447bw72/SWy+qU0z4VdaHWEZE+4NrY9pNYdtOtbGgrdHOrCf/J93/0o/lnq+q0mbNSxFYIgJeJWWRbPjPlibsROJC9DgfAsSVnWrcibrOqbMr8TXjJzvc+Upqbir+DZJEYkzY8XPIdHSNzryuf4tsO7bhyFa07VQbd/bczSTr2dxWUssVgZkQqIagZipSlRUBRUARUAQUgWIElKCKMVINRYAIqCgCisCSEVCCWjLgWpwioAgoAopAOQSUoMrhpFqKgCKgCDQXgYZargTV0IZTsxUBRUARaDsCSlA1b+HeO3/DPcz3fmevlya/3+31Wv6wXs2bSM1TBBSBa0JACeqagF0kW0dKH+7u9j7snMjat69i5Vj4mYU0sfadDMI/oHvR+3D3sPdhh++sm7F4VVcEFAFFoH4IKEHVqE0cMf1+d9+RkthfYdoWpOy+LmIfQvk1SOoMokQFMHRXBBSB5iKgBFWTtuthqA7EdCbWPqvApA7yIFEFvXc7mzjXXRFoLQJasfYioARVg7btYTgPxPQOpsALwm91+z1ZkxOdo6oOUM1JEVAEloeAEtTysE4tCZ7TPobmOJyXGl9B4DrmqAIlqQqQ1CzqiYCVl7KoVPky4Hqi1Eir2k9QNW6WHhc0lBrSM+9FzHMx0pU17ycnPDfmkRjzSkTOIXn7uiMpHe7Lw0jjmopA/A7DRY58j2NT699iu5WgVtS4Q48G3lOOAUbeyEDuHD741IPsH/78OTj8+79OnPD850+Hhz9/2j188JnzTE+RUx5RrWO4T99+DZB0VwQUgWYgoAS1qnaKvuOSNed0KfCOQEj9w0efS30rCyR1IIPb20JSy67TVo/zXdnxuTFccNGD15f+PNaOn5U4Wp244/cmP9CW8/yWK2tSn9cZaaIy7vacbR92Atg58+dVojKHeUw+cwbcaH9WHecN540KbO07u6fK3OnTpnnz1nSKQNMRUIJaQQv2uGJP5F5G0ZcYwvPhGc3s7Rw+Ci5IavkkZffYmWeUnRrsOlB0+vDAvkDhNfJ/MSVWjqF30ft952CqU731bVsQPyURSSPLlN2T/pQ+85hIw7JYprjnxew7Z5cIsaVI0UYsYHcfcuLqx+fKjEzXj8v+UT70LMuDZBJyUZmM75HwPuycYej1D1ynYyrymjb1PuycQPSxAQCl+81CQAlqFe1t7W5OsbscwsuJL4xyJCUG81apqhjq+3epzs51/iQmdpRRp5+aYSJwXaw8Qae6lA7VddprciIsU2bferxRWPt2gpSvIeWfObPyRCKymnkZ/9BjOhESnkgH5ZbZaRsfG9AVmWXQUp16IFCBFUpQFYA4SxbsoKCfdXf/0Q3VQWHhffAXktBlej6WcelRw1BnJzt/kSxbh5qph3WEvgYB7ON4LXsPnhoyJrGwLJzOtrv09JZEOrOlHNO+58gYQ49joRkXDtNByKFHEk6GVm7wFjwuXZGZC5FGtgkBJahlt+b3sJdZpJE9qWjjcJ9YySKILXpHkrElOtL1DJVywdY+c15OOe3SWi5PK09KJ5hQjMhp/vQT2dFrPEaexUN+g/AAafMw5Q3FR+jk7W1Ykblp93b89sv2Rl5DLjPOvr69CfGLRMTUxmbBpgQFEJa6G8nqyE4xNMe7a6lsC2/vY06mmypy+yKtHM7J4C6d8195HWmcNO5Q2almrSDcFyubMrXNHcC86DnNlQEXI8CePHK7BF5vJF7Wb8wj6L8UkVNI9m7lMJf0OZwoku458Rket1rz88bhg88+xGAe8icxAjskbcMwrZDspKHbEzHhcetFbm/Xpn04p+vJsRSJ2PS/0RVVRAlq+cCnD5mhg6vaFHpRJL1UeRSkEpR433ZhR96w16VYeRktf/8cd6jsVDcZJuzYRS7laiPRVeYZIts82xCdvTvP0MiLDA3YbJ6DHDaAV3+0rJ9L+R9+3kP4dlQ/IRmnZVFAGjbDc0aZzH9itSbnIWkHCuLjAzhM7fdKeW1TyTRAEWgOAkpQS2wr10FmledJICvenAeQ3YHTulN00tuHKR0qI7kknh27DG5vyvjd/9ykwnwLBJ6beU6PAyRikjKVbmIFYCL+EulBsp/2E2FTp1H9PvsTdUvqZZNGuhd56fBK5jBxjvocCG8IJsLdpTW77qg/S0dAC1wOAkpQy8E5KiUMM8d3cbe8coKSNZNxl+/MBznd9tlJu6ucn6Hn1s/pyHNSzxIF7+PB50128vQ48lIObw7Svdc1zy9Kn8wbbdXHdbonNRtplHrGTThUO+6Vonju9iF/VRSBtiKgBNXWlp2rXpYdb3rKgfRIPOmRGaHfb/MOHx5ORvwiwZgbIjGVziLMqBs8vVnIaVSekYxhS/vQzeNJqW1rSJy5yhHuJvUGpkz63Mw1UhGoMQJKUNfROFl5huJL+ob5j/SIZYUOO9X0CVJ24hNzJGXsch2rMSSpMurldWgP5obKJ4CmtT38Tu+etz8dWBwCL4qEkU6+t/6d0s7mIjXXgc0gunFtkHEPw31jQ5ju+u//OhnX1CtFoD0IeO2pitZkIQT4toesDObsxJnd8I0Y6R05FeaRGe0Zkm/aPNjlXN7TyGaTTg6hTVm9ZbkycpTy6sQ+7H3YOdMFD1eI6JkiECOgBBUjsYxj9kIIrnRbhgXZZViT0qlG6ot14sjDCL0NqWibnVSyyTedYMoaam359IPbJKgsou6Ida+KAlHd3e/9frc3JNWyllSpp3kpArVBQAmqNk2xYkOs3ciwIH0xQIZyanAo5RYDSKmtPCkUZ7fJ56LmFcl+pm2qZDfcueZxmDFvOBdEZZ+5j1euffsKz+oEZOUIaypDDVAEbgAC3g2oY32q6Hnp8xCwsFfydTlQbd6e7Tmuui4dkMyLuUUkfVVgRq2cJ7rmcX4q/6Hfq/RbICtHWCCr6EW8GW9zv0qiZ4pAexDwZq2K6s+PgOugspLnDLFlJdHw5iHAv4HDB5+3xZhHkv1CX0nZ1sXKExmEf/R+vzvXwo6UPDVIEag1AkpQy2+ejLtn26/aFM5j9OCZpco7f6Pq8jLzy169mJlkSRGnYqQrVUsoB1KwcfFIvDJPSFbRl5FPC5JF0dE7Dk+iC/1VBNqLgBLUstvWmKwFA1skkkrN4WuLrBxLmvyf/9ksWdZMw1ipeXpStiy53m0q9wsuF69cZlyS78jq50+79KwgRhxhmlewNmtRBaIEfy/qSREIlfYioAS17Lb1zEFmkVZKPRMjJTZ6T+jodjNUzznUNBaXM0+08MOgVnxZ5fb9dpa3sb1Ks7LKjgjTERaJ/Sn00hdW0JNapicMQ3RXBJaJgBLUMtFGWUNiyBrKuYfJ8GqG+tb+TSLMWL5upucwsjtxkTDMIjrUKH/v/X63B40OZGW7W0EnkuaNrM9LvkyHtgpSpcKFDPCoDty7DUXSSSr1oeCVQa0FXyMCNzFrJajVtPo0QVzZsc/O7+py9rOe+5ifzXpP26UM/kLyGst42ImnE6eVJ+5FsmMpii+cF2dtXl2LM6lKw0ggadu85Bu9OonDn9PyP+HYak1iByKzKVJq+b1rGyN8jkqmttSHgqe0NEARaCQCSlAraDZ3VyySTgYi0Qfpft+Za1jMkRMIJbNaVvZdh5emYCW9ExRsa/zekT/bwopb30hOK/WeYHm8T5GyiwBWs94QkHDE2ixP93TyhbrD6zQPqOPycoYU/qTbX5hMFRSB5iKgBLWqtlvzsjo4WrQuVo57v9/dd14IQwqkB0LDHfoZ0j3JUT3lpzIy4/NXn23J2regTIdKm3v04qzk2ZJpxnVEcF4H+aY/dDwIg7IkxboJyBp5ZQyfCklZprYsD2gtZbh1KjEDzGw3B0xSvdDj48cbVUTKYEC8qm+FeXIMhSMIZWyuSkeq2LwqMtE8Zkcgmosyz3NTYhIcpPCVnT3Ip4+jH+vzvIf5Hcg+4khMx4jL81YuJZ8Uxd3pR8udkVXqDpKSE/fmhXc7nMAfUyJ59T7c3YXNtCdJTmnzP2Npl3JhJGsRyrqQpD7s5N00SI/xa99ORCT9pbrwiofeMVSm9oOpEBfAd/EBM3ee82Ntuu2eoT05CauLMnufz8yL/95TKYkB8KoO/cVyMk+/BebJt71lyWLWXqVWgrrCYulnhw8+7YuRrM96X9ljhZ39a7Hwqj7suLkMnmOY6R3kGRTziAnR2I3pR6SI87z9+1/YEeYRyrrwo4Zr8gUd9gUkXihwBs/ii4j9FdmvQ+KdQ1vMM75e2dF5UdkETJtfoz5nPXh/joRBSO5IT/bDzhkMfw3JxjrnBsCVnflgrv0V5QYod3QDgnLcHpH+Du9+00nx+18Y53Qb/KOmKwKpCChBpcKyvEB0XH3J7jSrMORSjHT5rE2ZzNz8VPE74+Ks2KnHiwQyOm6zh/LZucdpVnoEDruwJ++moAPyfwKdFzD0tTvSkxXJqB+0ov1p4Q3A4C99qF5C0vZ7cnUDEjjC+rBzEpG+EOPpNFZeuvaajtEQRaAVCChB1aAZXacp8hSmZGtTNL0AAA2XSURBVHVeiJprP8Wwng8SnOku23W0Rrg8fDF74B06L1HqtQGPvsC2iqwiRk9zhvZGxTgyid7FxzSj8JQTEhIl3WuKEpwOv7QbXemvItBCBBpBUC3EfapKroMb3N6sqONEB2ieI89tRzZTpRUHoBMPSG7QPIXMsaP8nz/350i4lCSoX1/4iqGs54vKWfFRBrINnA/KqYu49mA7i3lfNs20HtIObvuO8KYjNUQRaA0CSlA1akp2OK7jHMgdscLVNOezmYeOC54YOsyNKjwXdqbIaxs20LsrR1T0TGB/FeWj3Gvd4bkeRg/BmucoaAaszXvhsOmDzyCJzzMPX7p2fvCpxzxkNqJiG8Bb+9RjHqKbItByBJSgatjAXE3H5eAgh03cod8R3umTsNJE5KkY6ULXgBT4WfDSd/Nlq468DyDbzhaWRzsEnbTIRyEh8Zo2Dm7/QIKl/WN58y0VsBG63TFZ83bH9JIXoRyM6cbp89LI7Bs7euC2j/pFWMf1Y71YPwrrR6ENrCPIBfUsOWyabRPzQNk9kOQPrq4sg8IynQBjd22ew5v9CTbO5K1ll6wxikAzEPCaYebNtZKdPe/0HWE9/Lw3dXzw+YAd3TIQcrawPNrBTpoeBIbxnE0/fzpkZ59mB8Np45T8/V8nafoMc2X9/DmYJQ3TLSKuzLh+rBfrR2F9KbTnUXCxSBlpaUf4sAwKy3TyqeewffBpn95sWloNUwTajIASVJtbV+umCCgCisACCKw6qRLUqltAy1cEFIGFEOgNnw1c8BgsZIQmvhYElKCuBVbNVBFQBBQBRWBRBJSgFkXwJqfXuisCioAicI0IKEFdI7iatSKgCCgCisD8CChBzY+dplQEFIHmIqCWNwABJagGNJKaqAgoAorATURACeomtrrWWRFQBBSBBiCgBJXRSBqsCCgCioAisFoElKBWi7+WrggoAoqAIpCBgBJUBjAarAg0FwG1fA4ENnq/7/jLlDlsvHFJlKBuXJNrhRUBRSAFgS2xcizLlBQjNGgcASWocTz0ShFQBBQBRWCFCCSLVoJKoqHnioAioAgoArVBQAmqNk2hhigCioAioAgkEVCCSqKxpPOuf98mZUnFphbj+/6m7//NT4rUeZuwDYZvJG2Pzv3NCTW9VAQUgQYioATVwEarwmTf/2uv698/M+J9MRIeJwXh9r5/f08SG8ICiB2X7kFCZXTa9f962J0g4fvT+U3kNU7acXoSzijjxInv3+9D58SI9zVpe3TufUHcmQ/ylcTmg4i7E3YVXU/anchOTxUBReCaEVCCumaA65g9Ot19I/YdbOtAUncrtoQXYnqpicX6k+Hl8ptMNX3t+/5G178PYpLXiN2CZO5BEJxlRjYswke9I1LuHnRRf7ThXsOqoOaKKAYzIqAENSNgTVf3fX/bijwrqocV77BIB/Hr9EpwHO0+PDNcrEMmdlOC8CaSTFzC9g0jXiAiW5CC3VKvQKdJ0be2jQhI2TyB1SXqDy3dFYGGI+A13H41f0YEPPH640nMeyvhD8fBkaHg/Cd0hK9EBpMd/MZ4uujKk3DMizIT15FW8a8Vr5smIt9P4tRG1g5kipzsG9pM22OxYh7ZSBfqyf37iZ0oJxnL88n4UEKWySgVRUARWDIC3pLL0+JSEPB9f7Prdw+6GLqBcG7mhEM4PoZ1YvWuf59zQCPx4QnFcTxCf7+b0PEjT4ZRY2JFtiWx4fogCIKLOAjnJ0fB0S6Oo7BhXOpdO9JPDOeZ3lCfh3P+lJEg+C8UmSaRbb6rr32YzAtlPz0OjvtIOCIxwRYE/zwMkB9Ox3boXTA8KWMKuEjG8RxBG90ErrgWfzj/hXDrwy5KN6HDtqBeLLxOxsfh8dFHW3WjebuzbjRHdtLFNcOpw/RGwn2ex4K6cw7O/T34sCEO16Mi0CYElKBq0JpGvBMRkxy62UIH9MJgOAudz4Zcbfdw6sSb8ISgz2E7FxfpDJAnzqZ2e5YMMmL3ff9vEyST1Eg9/5gI3YKNm7wedqjrPIeQnMbKQtjc+2R9kdHHIDg6wPGa91vEf4QryGLPCIfaZEjYjKfISMdO3wTwpmAUnzS463cP0AaYD3TkG88JIm/70Ay90WF+CEumFOoO83Tlj0XqhSLQBgS8NlSiBXWIO/XJqmyhY95jIDqpsc4Y1yNPJYVgToMgSCUHOz301UFHeNyF9+bDM/ATXhvLTRN00MF4uOcIzhtbHGEndISd6XiyxFU34YHE5yCDkddgpzv9g0TypZ3CjhdVFRa1m7sxSWZ5GV9YMZMYxlE1PKpJikD1CHjVZ6k5zoHAKTojzJt4XRHzXhKbFXnmgzSG3sKo84JKB+HOc/EkdASBMLcbkczOOxq2sm9kettCutdGvDMSlSS2uJxEEIf/TuNrI9aVb0XcUbDZcossoDna7+FsTJAfPQ8Eu51x7iT68VIJOIpbyi/rD0/yO7GYq8DJdhOxnE/btJgTRN2fioSHzBjXu2ib5zy/EupG83aSmKe7itczRaD5CHjNr0Lza2DF2w2G8yZWBn3UKElEuLzlOmp0UmPEA++qh0hBZzYiBl6Hw46N52lyjHkb5PUScRPlIERkHXGv4b3suSv3c2vTHYY/IYYkoRMML3EwPjbqjIahWB9EtHK3Yh4dB0fbED8Igoyh1HmqbtDOa8zzgjckyNuRH44nITBP5mjEnAWYZ4skcHrJeD1XBNqAwLIIqg1YXVsd2MnEmaMzQmdj3Z1zHBbfaYcpE+VDnYR3Yd4jj7NheObhKDjasxJuGhHemZ9PKlqRF0PSmYxy1+H48FMHZNl3Ee5n3At0QQU/sOPlpMCGg0SyCRvtRiJumacfA9xMVFFgiDnGiXzgxdp3Xf/+2X3//u5EnF4qAjcOASWoGja5wd1xmllBEJB4Pibitnz/r86LisOs2MP4vOiI/C6OgqP94+Bo08IrgP6YRwXSGcsb8aN9spO2In0Zblc22LNhkDv4vr/pTlJ+jkCYk0IvIqE6lpcZLiBIxDfuNIAHZERephjesSK/gqT2U+I0SBG4MQgoQdWwqdE5+UmzwsSdthU5kMRmxE7caYelCSqRjQTwCtBZjuWN+KGXEmYRy0foxDtXlQ3PQ2eDmSLa8aHCoXKpgxFxecpoM098398eXV7nyeJ5D3GczoikbCW8I+LmBcduEOxw/nE6lYYoAjcDASWoGrQz7pRHJDPsdO+Nm/V95D0MvYpkR5bQdcN7GCIcT528Yv4obw/HMdLB9QY6RD+pG4q4cvFHMqYrw22aNFwEhsCCXBuc1ow/YfTAbLLeYkDcvn+/LxOb7/sbvu+n2jyhel2X2yh/g5njuI3jaG4O51N7EARnx8FxH0RFm5OkD91bTI/j+G7FpIaPa92QKysv5aaKyIG0eEPf0+LaNaRqFsM5Xb97AOLYN+h0ZXxjh3+WDDIZf5TIp/CPFcN2PvT4jNWXLuY6IO5hTyMey0h2pCCD8FBStgBDUwwGaQQ8JgW2paZJ6qSdww4+oDwlwGSP+kEQXCBvd87robgFHUh7AXH1wPHEiPcV9ezLkrYYj0RxsMs76fp/PTTT7Snx5vv3+bAt55v2fPcs2pqPOEdsOA737xlkbx92h0vzh4o39nD48PPejZUHnw8KGr7R0V6jrW+V8eYJiIMP264nqnVpJdxNXLtTEMO+Oxn/OQ8wTDceNH1lxbATjCM4LEcPjJIsFzekshuAFGLFtCPiuYLtPBkXFqwgTOrOen6E+TIj8iolHW1nHSiOZK1Isp5y/Zt9M1EGsLUPEUbbcLjafd/f5BWGZ30cOd+EGwa+Ud6+w7WzH0fuH4cYSxDdFOCmgcEjYX0powA9UQTahIAS1Mpb03Vskx0PrSI5+XEHxYBYEEZv5zS+5hEd9wGPFci5FfMoCK7e0mDFbmbna4NE3GkQBLQtEXR1Gq9GvAqZ/QwktWuFz4vJWP1TclrqEBgw4o1Emk3naBuulEyYeGuIp8mz8aOdWAhiRViG6KYI3BQElKBW0NLsYK/EosMNN43Ic4hbao2O6KmVcBOdPT2UKQv9aHHAsJNz0ZfwXNK8KheZ/DkO/tlD3ndYBstLikXHfxwcodx/HibTWLH7jIslGXeMuZPj4YtmcRzrcGHTQZyGR17HaXldRpJp4rQBvAmWZSXki21HuMV1sSBYxCXxiZNOHSdtmFKQyRfMhqkkgba6QJkcPn16ZYewHbdZBwtsYxHkyXKiOnjdWD8+Ip+fEOczT+rFwpsGxN2J9YbHCfKLtfWoCDQfASWoFbQhO9grCS4CDKUdYfgKskdhR8SwNNN8/689E81rjIaO0FHtZ+lLygbdM5bBspJCm1LUBfonjIslTSctDOlQTvIFsFfeVZxX8fEqzWQZyJ8vtt1P1oHnAYY6EXcxqZ92HYDskjKpw3yS8bhOvWlgOsShLY8OjoZL5olxFBYgfAyHkW3MO9aPj0HOw7+IO4v1hsd9lq2iCLQRASWoBrVq179/YqIPDY7ICeaf4w5dOykAoftNQ0Dr23YElKAa1cLmbMJczlP1cFc9uiOfiNdLRUARUAQai4ASVIOaDt5TkDD31ErIeYrMIaeErp4qAoqAItA4BNpMUI1rjCKDMZQXGJFXXARwHBxtw3NScioCTeMVAUWgsQj8LwAAAP//J1UC6QAAAAZJREFUAwDm/ecZjT5Y4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48" name="AutoShape 4" descr="data:image/png;base64,iVBORw0KGgoAAAANSUhEUgAAAagAAAClCAYAAAAJW2mqAAAQAElEQVR4Aex9TXLbSLbuScjx2jOpNlCUVyDVTH4Tg+6edZRNR7nf1PQKLK/A8gpKXoHl6buusOyKO7stwZO2405KWoGl2oClmfuGibzflyAokMQfSYgEoIPAIYDMk5knv5Tyw8lMAJ7opggoAoqAIqAILAEB3/c3fP9v/pX4G3nFKkHloaNxioAioAgoAgsj4Pv3+13//okR76uR8PhKvK8MZ7ykbEpQKaBoUEMQUDMVAUWg1gj4vr/ddcQkr2HoFuQS8jEhvN4yIq+hF/jwsBA32pWgRlDoiSKgCCgCikBVCIBsNo14gYiQmM6tyNPj4GgD4idkg+HQIVHdM9BHutGwnye6KQKKgCKgCCwbgdaXZ8Q7FJF1yKmVsCfinfnj80/biJMgODpA/CbOTyHwplw6nCKF+9UfRUARUAQUAUWgIgSGc0r0nC5BPr4nXu9q3imeg/L+6Pr3L3wMAwZBcAE9kJg4T8oHkdEUjz8qioAioAgoAopAVQgYkV3BhuG7XZIPTuP9I+JeUhBwDlk3kacl0DtD+L5gM2JdeiUogFHHXW1SBBQBRaCJCPjRQgd6TzA/5DAfjtEOAgqOgqO9I4gVrx+FSmd4lFBCR1Ai9iHDPP6oKAKKgCKgCCgC1SBwy80tIa+P8IoucBztVuwmh+8oRsI9ibaP0UFkqM+5KPEx9KcEFSOjR0VAEagIAc1GEchCwDwBMR1ToHEP8tFK6IbzcB7vQ1K7taEEFUOiR0VAEVAEFIEqEdhIyQzekn0Th2PI7xBe00l8PTwO030/U4IaIqIHRUARUAQUgcURCIL/Coa5bGGYbkg2UQgIKTgOjvs4PmeIFfmVw308p0B/E0fOX12CuFZCUChfd0VAEVAEFIH2ImDes26eeJPDdwyWo+CIiyHgTYlguI/nwg36fR5FrFtc4UUX+qsIKAKKgCKgCFSDgBXjSMeK7Pq+Hy+aGMvcirc3DNi67993etB/wTArawc8evxRUQQUgZIIqJoioAgUIhAN8zkvis85BaGYEyteN5TQEQ8zoI5FGCUUuTDiuaFBI/KKcYLNg+iuCCgCioAioAhUioCVQR8Zcsk4SMoeeBL6uJ7Yv2OeKfRBSq8RsQ45Da+Wn4sSFBDRXRFQBBSBG4DAUqsYRK8vAilFnhSH74x4X7r+/TNIADnjNcMFG0jqlQWJMR0u3a4E5WDQH0VAEVAEFIGqESDZHAf/7FkM5YlYLi+/RBl8cwSfgeIR1/YN44+Co13qI360K0GNoNATRUARaCQCb8+t3FT57czN29S93TindBwc94+Dow14ST+QkHjk9THCGZ9WByWoNFRuaJhWWxFQBBSB60aAXhIJiceispSgihDSeEVAEVAEFIGVIKAEtRLYtVBFQBGoFgHNrY0IKEG1sVW1ToqAIqAItAABJagWNKJWQRFQBBSBNiJwUwiqjW2ndVIEFAFFoNUIKEG1unm1coqAIqAINBcBJajmtp1aflMQ0HoqAjcUgXYQ1LsvG/IfX/xcefdl84a2sVZbEVAEFIFGItAOgvou22K841z57vVFN0VAEVAEFIFlIrBQWd5YanoZRZ7IVPz5nvxHivx2vjvyaP7/l+2xcvRCEVAEFAFFQBEoQMBz5BK/x2rgfcn1QlK9FHkhJkWs/DrKy/P+iN6V9ecJjgfy25994bBcgXEarQgoAoqAInBzERj3oK4dB7uFIp6Ita9l4J05sqLXhkDdbyYCWmtFQBFQBLIQ8LIilhDOj1M9AVF9AVHtL6E8LUIRWA0C8QhF1rEhb6ReDXha6k1GYJUElcT9mbz980SH/ZKQ6LkioAjUGwG17roRqAtBoZ52SwZrgZIUoNBdEVAEFAFFQGpEUGwNkFRoDnmmoggoAorAEhE4FysvlypLrFxTi6oZQQFGa+65VX44bfiu5isCikBTEDD2TP7R2VuqNAWbFdpZlqAuxdiPuRLffYi8GumJOZ2rbtbuzZVOEykCioAioAi0BoFyBGXsifyy6edKfPfxuLM70nv847Y87hgR80hE3kDK7h3Rh3vLYqV6ikD1CGiOikANEChHUIsa+vjHQxBVX9bCO1LWqzJeT3RTBBQBRUARuLEIeEut+aM7Z7I28FHmOSR/N6KvRxLdFAFFQBG4uQjMSVALAPbozoUYUzzHZOzGAqVoUkVAEVAEFIGGI7B8giJgv/x4wIOKIqAIKAKKgCKQhcBqCIrWcFUgjyqKwJIR0OIUAUWgGQisjqBWhc+7L5vuMyDucyDne+49gHwXWp7wcyJv/+yt5C0XtJdvf6cNeTYm46g7ki/RhxyX/fZ42j36NAtwju15e34oSVvj80VWbbJubB+WEedXdHx7vu/e5M80Li1wos2r+rvUchUBRWAKgdURlDWbU9YkA6w5S14ufG6kDzKyEn9SxH0ORF6IyDPhw8F5ws+JiH2HtF+Rx6EjOCS8tp0dLgn07fkZyvzi3v5OG/JsTMZRdyTesfAzKQOPtlv3zkN23qMOes6OmTaSgGLyjInn7fkFMLrCmWWPbBHi/VCStsbnRjZk1o1lsy6sG9uH5cT5FR3Z7tSnuLTescM6eqHrmSPRt+cHjsRIYHkEGttBW9KkqF7WbLvy0tKmhv2pH98swrQJ8VbmeHPFRBrxDppQ1Xlt9OZNuFC66E61k5uHkROpdssvr3xZD12Hz44jr9Mqn9+4Ju/o+SkSEqhIVTYnyrBbws571EGjY/7ule/w2BlHxPnV4cBPp7hOXiLiEVlPFHY9pyQM2sCyo7pUXU5HonyfiKubfSdrJvuN+6HddPpMkybF1q3npp/Mk+UV56kadUcgfnZ0kWPL5/O9lbThwCtexeeF9X4nHzsNzwsqey0TyY5vdHcdolx/Jz9vw0ed4zUQZwmD6LXRU6PHI7IaG0qYqSqKgCJQDQJeNdnMkAvvwEWeFKR4I3xmqkCpBtG487WvFyYpkhPJTuzWgnVqb3KSE992L/KwvZXUmikCikASgeUSFOdVOCyTtCDtfC0s9rDS0q0qjHXifMw85Y/ISdbnSX4j0ozISQn8RrS3VlIRGCKwHILinAHnbKJ5lWHRGQcjzxviPY1XwHgHM6/yY8freRzKVHIaR3P8auBhIljJaRyUFl5plRSBCQS8iev0S6644+T9LMK5ApISV0VxzoBzNum5J0PfyC+d7MnopGb9zjsSev2ZzBp4rGtnpjQi5+5t8SJvJF4FlHyDPJ8vo8yYaW3VoyHhWYf1orfvi7wfYUSsiEtSRC5rW281TBFQBEp/sLAjnLyfRThXUI6Uomag5/S4M1sHH6Wc9fdy2MG/cp0X37Ruw65MibxExueQ8ruVXSm7RUOCRXNxcW6XOHnlXrb7uLPp3hZPrOLVP8k3yMdvnedb5CnGPEXa+uxJgkieW7mQyY0eprX7k8E51yBttOXjzsYQo97Y931ibOIj9YiRe4lxTq4apQgoAitBwFtJqclC2UmF4U/FnlMy0Vznb9DB/yDslNhBsVNnB883rf/jTiBT0tmD7qYYeY7SSBA4FO7lPxNivJJkZk5hNz9bsjvX0Gc4qPZ5skIIoEDMSPhrIfE2wPFKiH2a/L87J0g5vkceaZnhz0t3g+FI+04wnkmJq0UX5NwKD1z5rHOaFJqANk5LlxXG8grzVAVFoPkIeCurwoiYNn1J65yqNszKGTr46bt0Kdg45BiGfAN7OZJa86ibn2n0HFiJYSt0XHz7+6IdaL411ceG4YkjfL4YeJHcy3mkl8L24Q3GImUtkpbtw/KzpChvE144vLLST4azvKI8ryHe7m1v2L0df3myPfvD29dQb2ZpX9/ehPgqt0thQMyqEK+KTObKg8N/XFrtntb/Utypz1VIRYkcgZpyw49WtqVoC71ekQriL92nSRbt5JFRI3eubhTpFNpuw95SbnAKDclXaEfs7W0x4fHSRFBeXYDzpI8JkWMVKYeBVLN51WQzdy7rSPlE+DocLqiI5mUQVMOdQ4H0+opMM3azSEXEFhOUkb25PD5pyVbug5VvnOfRkiprNRQBRWAcgVUT1JU19KhIVHxH3FVozc68g0oMYl3zM7oUL6ymrPxy6hvr2WKv2t5wjOrbempZqxBYXWW81RWdWfIz90JTruDKVFlRxGAwPZE/qynR0FVRquBGe09Ehy9Q5TFbLtV7ygZHYxSBNiBQkqDMae4qpazVRqNw4ZLtNwCs3EIDvvInNHyAFUlqtLu5qAXtMVI88WtlcSKUxm8c/s2uhLGKUTY6GqMItAKBcgQ16yqjyVVHbjl3py9c4h09l1P8fBGHwfhgcCtgTlTC87YTVxmn4exLpTNyWkJw9UWUmYsMzc3GqHrUNUdFoHYIeEu3iK+H58OmIvSo8os38kKiJdn5ek2KDaXYgxLdFAFFQBFQBJZPUDHmfKhS5H18mXkceCUfaM3MQSPaiIAxOsTXxnZddp20vFoj4K3UurWwDPn0VmqjFl5PBMrM5dXTcrVKEVAESiKwWoJyT8Sb0wJbO60b5iuosEaXQCD6cGIJRVVRBBSBpiKwWoIialyAwWOefJcSD7/KNWzXkGWZoSmzdrPnqW5J8fsD1YMS3RSBtiOweoJqO8KT9bODi8mgqWtrS6z0m0rVngDnWRdUx9xwjArg0WhFoA0IrJ6g+K2pNiBZtg63pHhy3xidd5OCoV8+hlDHh7llju2a/gfmsESTKAK1QmC1BBW9VaFTK0Su25hHd+hBFTwHZrckwua6ralx/raYyMO1thD5zfofqPFfnZpWLwRWS1BrptzH6Pjgb71wW9Sa4odMPW9v0UIand6YYoys3ZMmeFFlXjL87kt75lkb/YenxtcDgcgKLzqs4Jef2eAwTXHRBd5GcQb10zBlXuP0UN7+ubiHUOrNFfVDSLxBGYw6MvAWJ/I6eKvlPsFSw4ZSkxSB60PAu76sM3Lma2z4aQ2RJxkak8FlOqrJNPW+5qc7REoQrz2Ye6iPnsXb80Ox8mu9wciwLhoKLX7biMgz+e3Pct/qSiuKr9PyvD/SoioLs6Z4VSI/zsg2q6xQzUgRaD4C5QjKehtCYplnGIJp6AnwMxpvz8+En9Qo5zlF6IZhOz87YaVMvdbFfdTxz/KeFDs5droD70xEHkKau2d/TmO8Tta+FtZ5PDT/iqTm/h7lRb5iBbFGiufTRDrCFySz/aT120fUkC+QLhL+DUO1BnsoHHIusrcN8edSo80rZ4vdcsQy8L7I23M7kzCN2Hco5xlktslgjt1X8QZxFFy7/VbI+bcyfwzrQvzodZLo0zowhjGOw6YkJr7DUATpalfr2Qzi3CP/BsqkYp1JOCQe3hSlpeFNVnyjRFITme3vMS3PMmFeWG4UgDdubD9nI25KaG9SfjvfdURMz5g6Zcqup05gXvz3XqHsfa4NQZmn3wLz5Nte2wV/LrXBHLZISYKi6tLlUjzbX3qpyyrQDWGZ3dLFsfMiUQ28r7hBOBMSFuXt+QXmYb46UNYjVQAAEABJREFUEhPhsOl66TyboBj9DZT8TIt0hMTDmyLiQnwoJC7eWNF755CgQG+ZdXfPdZmiN6bEFq3jBDdzuKmjvUnhcC2JOPKM+9DTvYkIqM2lEagvQRl03u4fu3RdmqcYzUWVmWeZrFtHSFiUNnhKk7VLXvNvgH8LybBy5+sJjJbjKeXZZYQes1S4kcgqzE6zUgTqh0A9CYrfjOJnOeqHV/UWuRfmlr67rr78JuQY/S3MQ+T1qZ2rQ8XtXIfVh/VBWC1pIQJ1I6hL4Vd43T9zC9FOqxKH+tYGvozenCC6pSHwuNNHcLNJam3AxS5lhytR3YJd30dYAJBGNx2BOhHUK1kLN4UT401HdVb7SVKPf+T7917NmjRfH3fsVriyKF+tKbEkKXrXItV18swryvP6UeBwZRjiZqQi+5v6jNv1I60ltASBVRPUubADXQvvyOPOrrCjbgmwc1WDGNCDLLtyLbuQc2Gn60gv5PLYbM2mxdC7XgtJ5sUfu8yvG7x1eeluiphnvm51sVyVSvsXb2ORGn6duTqg2p9T7/cdf2H5z//L/4XWggWCCgNHEvyHmZSqh52Yv8gbMfJcwvAnkBI8ps4eiGmxpY38PIOVl64eWUcJq+mos/KPw8Ur83xT9h8UPchfNn031EmseIefrT0Z814cMXU2Je50K8cGOMZ1zTqyzEnLqrymJ/K40wO53EG2byAzeFTwKvn3txbGf3sXSC+5fzus56Lt6goZ/tD+qzZ+Pwyd7cD/pTKfbpktV9VeJgJWjmVRGYT7yzR52WV5bkjtH5094T/MpPAO/HHHgEjyhWTDO/80WQvpHUXpmT+HaX7p7AvvJKuqLf/hWYdcuRNUUlxuGR3g+ONBNeXAXmL1uLPhyIqdKjtKCjsnkVf4434ZSdhFZ/0D2qk3IqbYiKqxIYEWYcAy4/Kv88hyYoz4N0hyJj4UEXb8VxiJeQSM8Lf447bw72/SWy+qU0z4VdaHWEZE+4NrY9pNYdtOtbGgrdHOrCf/J93/0o/lnq+q0mbNSxFYIgJeJWWRbPjPlibsROJC9DgfAsSVnWrcibrOqbMr8TXjJzvc+Upqbir+DZJEYkzY8XPIdHSNzryuf4tsO7bhyFa07VQbd/bczSTr2dxWUssVgZkQqIagZipSlRUBRUARUAQUgWIElKCKMVINRYAIqCgCisCSEVCCWjLgWpwioAgoAopAOQSUoMrhpFqKgCKgCDQXgYZargTV0IZTsxUBRUARaDsCSlA1b+HeO3/DPcz3fmevlya/3+31Wv6wXs2bSM1TBBSBa0JACeqagF0kW0dKH+7u9j7snMjat69i5Vj4mYU0sfadDMI/oHvR+3D3sPdhh++sm7F4VVcEFAFFoH4IKEHVqE0cMf1+d9+RkthfYdoWpOy+LmIfQvk1SOoMokQFMHRXBBSB5iKgBFWTtuthqA7EdCbWPqvApA7yIFEFvXc7mzjXXRFoLQJasfYioARVg7btYTgPxPQOpsALwm91+z1ZkxOdo6oOUM1JEVAEloeAEtTysE4tCZ7TPobmOJyXGl9B4DrmqAIlqQqQ1CzqiYCVl7KoVPky4Hqi1Eir2k9QNW6WHhc0lBrSM+9FzHMx0pU17ycnPDfmkRjzSkTOIXn7uiMpHe7Lw0jjmopA/A7DRY58j2NT699iu5WgVtS4Q48G3lOOAUbeyEDuHD741IPsH/78OTj8+79OnPD850+Hhz9/2j188JnzTE+RUx5RrWO4T99+DZB0VwQUgWYgoAS1qnaKvuOSNed0KfCOQEj9w0efS30rCyR1IIPb20JSy67TVo/zXdnxuTFccNGD15f+PNaOn5U4Wp244/cmP9CW8/yWK2tSn9cZaaIy7vacbR92Atg58+dVojKHeUw+cwbcaH9WHecN540KbO07u6fK3OnTpnnz1nSKQNMRUIJaQQv2uGJP5F5G0ZcYwvPhGc3s7Rw+Ci5IavkkZffYmWeUnRrsOlB0+vDAvkDhNfJ/MSVWjqF30ft952CqU731bVsQPyURSSPLlN2T/pQ+85hIw7JYprjnxew7Z5cIsaVI0UYsYHcfcuLqx+fKjEzXj8v+UT70LMuDZBJyUZmM75HwPuycYej1D1ynYyrymjb1PuycQPSxAQCl+81CQAlqFe1t7W5OsbscwsuJL4xyJCUG81apqhjq+3epzs51/iQmdpRRp5+aYSJwXaw8Qae6lA7VddprciIsU2bferxRWPt2gpSvIeWfObPyRCKymnkZ/9BjOhESnkgH5ZbZaRsfG9AVmWXQUp16IFCBFUpQFYA4SxbsoKCfdXf/0Q3VQWHhffAXktBlej6WcelRw1BnJzt/kSxbh5qph3WEvgYB7ON4LXsPnhoyJrGwLJzOtrv09JZEOrOlHNO+58gYQ49joRkXDtNByKFHEk6GVm7wFjwuXZGZC5FGtgkBJahlt+b3sJdZpJE9qWjjcJ9YySKILXpHkrElOtL1DJVywdY+c15OOe3SWi5PK09KJ5hQjMhp/vQT2dFrPEaexUN+g/AAafMw5Q3FR+jk7W1Ykblp93b89sv2Rl5DLjPOvr69CfGLRMTUxmbBpgQFEJa6G8nqyE4xNMe7a6lsC2/vY06mmypy+yKtHM7J4C6d8195HWmcNO5Q2almrSDcFyubMrXNHcC86DnNlQEXI8CePHK7BF5vJF7Wb8wj6L8UkVNI9m7lMJf0OZwoku458Rket1rz88bhg88+xGAe8icxAjskbcMwrZDspKHbEzHhcetFbm/Xpn04p+vJsRSJ2PS/0RVVRAlq+cCnD5mhg6vaFHpRJL1UeRSkEpR433ZhR96w16VYeRktf/8cd6jsVDcZJuzYRS7laiPRVeYZIts82xCdvTvP0MiLDA3YbJ6DHDaAV3+0rJ9L+R9+3kP4dlQ/IRmnZVFAGjbDc0aZzH9itSbnIWkHCuLjAzhM7fdKeW1TyTRAEWgOAkpQS2wr10FmledJICvenAeQ3YHTulN00tuHKR0qI7kknh27DG5vyvjd/9ykwnwLBJ6beU6PAyRikjKVbmIFYCL+EulBsp/2E2FTp1H9PvsTdUvqZZNGuhd56fBK5jBxjvocCG8IJsLdpTW77qg/S0dAC1wOAkpQy8E5KiUMM8d3cbe8coKSNZNxl+/MBznd9tlJu6ucn6Hn1s/pyHNSzxIF7+PB50128vQ48lIObw7Svdc1zy9Kn8wbbdXHdbonNRtplHrGTThUO+6Vonju9iF/VRSBtiKgBNXWlp2rXpYdb3rKgfRIPOmRGaHfb/MOHx5ORvwiwZgbIjGVziLMqBs8vVnIaVSekYxhS/vQzeNJqW1rSJy5yhHuJvUGpkz63Mw1UhGoMQJKUNfROFl5huJL+ob5j/SIZYUOO9X0CVJ24hNzJGXsch2rMSSpMurldWgP5obKJ4CmtT38Tu+etz8dWBwCL4qEkU6+t/6d0s7mIjXXgc0gunFtkHEPw31jQ5ju+u//OhnX1CtFoD0IeO2pitZkIQT4toesDObsxJnd8I0Y6R05FeaRGe0Zkm/aPNjlXN7TyGaTTg6hTVm9ZbkycpTy6sQ+7H3YOdMFD1eI6JkiECOgBBUjsYxj9kIIrnRbhgXZZViT0qlG6ot14sjDCL0NqWibnVSyyTedYMoaam359IPbJKgsou6Ida+KAlHd3e/9frc3JNWyllSpp3kpArVBQAmqNk2xYkOs3ciwIH0xQIZyanAo5RYDSKmtPCkUZ7fJ56LmFcl+pm2qZDfcueZxmDFvOBdEZZ+5j1euffsKz+oEZOUIaypDDVAEbgAC3g2oY32q6Hnp8xCwsFfydTlQbd6e7Tmuui4dkMyLuUUkfVVgRq2cJ7rmcX4q/6Hfq/RbICtHWCCr6EW8GW9zv0qiZ4pAexDwZq2K6s+PgOugspLnDLFlJdHw5iHAv4HDB5+3xZhHkv1CX0nZ1sXKExmEf/R+vzvXwo6UPDVIEag1AkpQy2+ejLtn26/aFM5j9OCZpco7f6Pq8jLzy169mJlkSRGnYqQrVUsoB1KwcfFIvDJPSFbRl5FPC5JF0dE7Dk+iC/1VBNqLgBLUstvWmKwFA1skkkrN4WuLrBxLmvyf/9ksWdZMw1ipeXpStiy53m0q9wsuF69cZlyS78jq50+79KwgRhxhmlewNmtRBaIEfy/qSREIlfYioAS17Lb1zEFmkVZKPRMjJTZ6T+jodjNUzznUNBaXM0+08MOgVnxZ5fb9dpa3sb1Ks7LKjgjTERaJ/Sn00hdW0JNapicMQ3RXBJaJgBLUMtFGWUNiyBrKuYfJ8GqG+tb+TSLMWL5upucwsjtxkTDMIjrUKH/v/X63B40OZGW7W0EnkuaNrM9LvkyHtgpSpcKFDPCoDty7DUXSSSr1oeCVQa0FXyMCNzFrJajVtPo0QVzZsc/O7+py9rOe+5ifzXpP26UM/kLyGst42ImnE6eVJ+5FsmMpii+cF2dtXl2LM6lKw0ggadu85Bu9OonDn9PyP+HYak1iByKzKVJq+b1rGyN8jkqmttSHgqe0NEARaCQCSlAraDZ3VyySTgYi0Qfpft+Za1jMkRMIJbNaVvZdh5emYCW9ExRsa/zekT/bwopb30hOK/WeYHm8T5GyiwBWs94QkHDE2ixP93TyhbrD6zQPqOPycoYU/qTbX5hMFRSB5iKgBLWqtlvzsjo4WrQuVo57v9/dd14IQwqkB0LDHfoZ0j3JUT3lpzIy4/NXn23J2regTIdKm3v04qzk2ZJpxnVEcF4H+aY/dDwIg7IkxboJyBp5ZQyfCklZprYsD2gtZbh1KjEDzGw3B0xSvdDj48cbVUTKYEC8qm+FeXIMhSMIZWyuSkeq2LwqMtE8Zkcgmosyz3NTYhIcpPCVnT3Ip4+jH+vzvIf5Hcg+4khMx4jL81YuJZ8Uxd3pR8udkVXqDpKSE/fmhXc7nMAfUyJ59T7c3YXNtCdJTmnzP2Npl3JhJGsRyrqQpD7s5N00SI/xa99ORCT9pbrwiofeMVSm9oOpEBfAd/EBM3ee82Ntuu2eoT05CauLMnufz8yL/95TKYkB8KoO/cVyMk+/BebJt71lyWLWXqVWgrrCYulnhw8+7YuRrM96X9ljhZ39a7Hwqj7suLkMnmOY6R3kGRTziAnR2I3pR6SI87z9+1/YEeYRyrrwo4Zr8gUd9gUkXihwBs/ii4j9FdmvQ+KdQ1vMM75e2dF5UdkETJtfoz5nPXh/joRBSO5IT/bDzhkMfw3JxjrnBsCVnflgrv0V5QYod3QDgnLcHpH+Du9+00nx+18Y53Qb/KOmKwKpCChBpcKyvEB0XH3J7jSrMORSjHT5rE2ZzNz8VPE74+Ks2KnHiwQyOm6zh/LZucdpVnoEDruwJ++moAPyfwKdFzD0tTvSkxXJqB+0ov1p4Q3A4C99qF5C0vZ7cnUDEjjC+rBzEpG+EOPpNFZeuvaajtEQRaAVCChB1aAZXacp8hSmZGtTNL0AAA2XSURBVHVeiJprP8Wwng8SnOku23W0Rrg8fDF74B06L1HqtQGPvsC2iqwiRk9zhvZGxTgyid7FxzSj8JQTEhIl3WuKEpwOv7QbXemvItBCBBpBUC3EfapKroMb3N6sqONEB2ieI89tRzZTpRUHoBMPSG7QPIXMsaP8nz/350i4lCSoX1/4iqGs54vKWfFRBrINnA/KqYu49mA7i3lfNs20HtIObvuO8KYjNUQRaA0CSlA1akp2OK7jHMgdscLVNOezmYeOC54YOsyNKjwXdqbIaxs20LsrR1T0TGB/FeWj3Gvd4bkeRg/BmucoaAaszXvhsOmDzyCJzzMPX7p2fvCpxzxkNqJiG8Bb+9RjHqKbItByBJSgatjAXE3H5eAgh03cod8R3umTsNJE5KkY6ULXgBT4WfDSd/Nlq468DyDbzhaWRzsEnbTIRyEh8Zo2Dm7/QIKl/WN58y0VsBG63TFZ83bH9JIXoRyM6cbp89LI7Bs7euC2j/pFWMf1Y71YPwrrR6ENrCPIBfUsOWyabRPzQNk9kOQPrq4sg8IynQBjd22ew5v9CTbO5K1ll6wxikAzEPCaYebNtZKdPe/0HWE9/Lw3dXzw+YAd3TIQcrawPNrBTpoeBIbxnE0/fzpkZ59mB8Np45T8/V8nafoMc2X9/DmYJQ3TLSKuzLh+rBfrR2F9KbTnUXCxSBlpaUf4sAwKy3TyqeewffBpn95sWloNUwTajIASVJtbV+umCCgCisACCKw6qRLUqltAy1cEFIGFEOgNnw1c8BgsZIQmvhYElKCuBVbNVBFQBBQBRWBRBJSgFkXwJqfXuisCioAicI0IKEFdI7iatSKgCCgCisD8CChBzY+dplQEFIHmIqCWNwABJagGNJKaqAgoAorATURACeomtrrWWRFQBBSBBiCgBJXRSBqsCCgCioAisFoElKBWi7+WrggoAoqAIpCBgBJUBjAarAg0FwG1fA4ENnq/7/jLlDlsvHFJlKBuXJNrhRUBRSAFgS2xcizLlBQjNGgcASWocTz0ShFQBBQBRWCFCCSLVoJKoqHnioAioAgoArVBQAmqNk2hhigCioAioAgkEVCCSqKxpPOuf98mZUnFphbj+/6m7//NT4rUeZuwDYZvJG2Pzv3NCTW9VAQUgQYioATVwEarwmTf/2uv698/M+J9MRIeJwXh9r5/f08SG8ICiB2X7kFCZXTa9f962J0g4fvT+U3kNU7acXoSzijjxInv3+9D58SI9zVpe3TufUHcmQ/ylcTmg4i7E3YVXU/anchOTxUBReCaEVCCumaA65g9Ot19I/YdbOtAUncrtoQXYnqpicX6k+Hl8ptMNX3t+/5G178PYpLXiN2CZO5BEJxlRjYswke9I1LuHnRRf7ThXsOqoOaKKAYzIqAENSNgTVf3fX/bijwrqocV77BIB/Hr9EpwHO0+PDNcrEMmdlOC8CaSTFzC9g0jXiAiW5CC3VKvQKdJ0be2jQhI2TyB1SXqDy3dFYGGI+A13H41f0YEPPH640nMeyvhD8fBkaHg/Cd0hK9EBpMd/MZ4uujKk3DMizIT15FW8a8Vr5smIt9P4tRG1g5kipzsG9pM22OxYh7ZSBfqyf37iZ0oJxnL88n4UEKWySgVRUARWDIC3pLL0+JSEPB9f7Prdw+6GLqBcG7mhEM4PoZ1YvWuf59zQCPx4QnFcTxCf7+b0PEjT4ZRY2JFtiWx4fogCIKLOAjnJ0fB0S6Oo7BhXOpdO9JPDOeZ3lCfh3P+lJEg+C8UmSaRbb6rr32YzAtlPz0OjvtIOCIxwRYE/zwMkB9Ox3boXTA8KWMKuEjG8RxBG90ErrgWfzj/hXDrwy5KN6HDtqBeLLxOxsfh8dFHW3WjebuzbjRHdtLFNcOpw/RGwn2ex4K6cw7O/T34sCEO16Mi0CYElKBq0JpGvBMRkxy62UIH9MJgOAudz4Zcbfdw6sSb8ISgz2E7FxfpDJAnzqZ2e5YMMmL3ff9vEyST1Eg9/5gI3YKNm7wedqjrPIeQnMbKQtjc+2R9kdHHIDg6wPGa91vEf4QryGLPCIfaZEjYjKfISMdO3wTwpmAUnzS463cP0AaYD3TkG88JIm/70Ay90WF+CEumFOoO83Tlj0XqhSLQBgS8NlSiBXWIO/XJqmyhY95jIDqpsc4Y1yNPJYVgToMgSCUHOz301UFHeNyF9+bDM/ATXhvLTRN00MF4uOcIzhtbHGEndISd6XiyxFU34YHE5yCDkddgpzv9g0TypZ3CjhdVFRa1m7sxSWZ5GV9YMZMYxlE1PKpJikD1CHjVZ6k5zoHAKTojzJt4XRHzXhKbFXnmgzSG3sKo84JKB+HOc/EkdASBMLcbkczOOxq2sm9kettCutdGvDMSlSS2uJxEEIf/TuNrI9aVb0XcUbDZcossoDna7+FsTJAfPQ8Eu51x7iT68VIJOIpbyi/rD0/yO7GYq8DJdhOxnE/btJgTRN2fioSHzBjXu2ib5zy/EupG83aSmKe7itczRaD5CHjNr0Lza2DF2w2G8yZWBn3UKElEuLzlOmp0UmPEA++qh0hBZzYiBl6Hw46N52lyjHkb5PUScRPlIERkHXGv4b3suSv3c2vTHYY/IYYkoRMML3EwPjbqjIahWB9EtHK3Yh4dB0fbED8Igoyh1HmqbtDOa8zzgjckyNuRH44nITBP5mjEnAWYZ4skcHrJeD1XBNqAwLIIqg1YXVsd2MnEmaMzQmdj3Z1zHBbfaYcpE+VDnYR3Yd4jj7NheObhKDjasxJuGhHemZ9PKlqRF0PSmYxy1+H48FMHZNl3Ee5n3At0QQU/sOPlpMCGg0SyCRvtRiJumacfA9xMVFFgiDnGiXzgxdp3Xf/+2X3//u5EnF4qAjcOASWoGja5wd1xmllBEJB4Pibitnz/r86LisOs2MP4vOiI/C6OgqP94+Bo08IrgP6YRwXSGcsb8aN9spO2In0Zblc22LNhkDv4vr/pTlJ+jkCYk0IvIqE6lpcZLiBIxDfuNIAHZERephjesSK/gqT2U+I0SBG4MQgoQdWwqdE5+UmzwsSdthU5kMRmxE7caYelCSqRjQTwCtBZjuWN+KGXEmYRy0foxDtXlQ3PQ2eDmSLa8aHCoXKpgxFxecpoM098398eXV7nyeJ5D3GczoikbCW8I+LmBcduEOxw/nE6lYYoAjcDASWoGrQz7pRHJDPsdO+Nm/V95D0MvYpkR5bQdcN7GCIcT528Yv4obw/HMdLB9QY6RD+pG4q4cvFHMqYrw22aNFwEhsCCXBuc1ow/YfTAbLLeYkDcvn+/LxOb7/sbvu+n2jyhel2X2yh/g5njuI3jaG4O51N7EARnx8FxH0RFm5OkD91bTI/j+G7FpIaPa92QKysv5aaKyIG0eEPf0+LaNaRqFsM5Xb97AOLYN+h0ZXxjh3+WDDIZf5TIp/CPFcN2PvT4jNWXLuY6IO5hTyMey0h2pCCD8FBStgBDUwwGaQQ8JgW2paZJ6qSdww4+oDwlwGSP+kEQXCBvd87robgFHUh7AXH1wPHEiPcV9ezLkrYYj0RxsMs76fp/PTTT7Snx5vv3+bAt55v2fPcs2pqPOEdsOA737xlkbx92h0vzh4o39nD48PPejZUHnw8KGr7R0V6jrW+V8eYJiIMP264nqnVpJdxNXLtTEMO+Oxn/OQ8wTDceNH1lxbATjCM4LEcPjJIsFzekshuAFGLFtCPiuYLtPBkXFqwgTOrOen6E+TIj8iolHW1nHSiOZK1Isp5y/Zt9M1EGsLUPEUbbcLjafd/f5BWGZ30cOd+EGwa+Ud6+w7WzH0fuH4cYSxDdFOCmgcEjYX0powA9UQTahIAS1Mpb03Vskx0PrSI5+XEHxYBYEEZv5zS+5hEd9wGPFci5FfMoCK7e0mDFbmbna4NE3GkQBLQtEXR1Gq9GvAqZ/QwktWuFz4vJWP1TclrqEBgw4o1Emk3naBuulEyYeGuIp8mz8aOdWAhiRViG6KYI3BQElKBW0NLsYK/EosMNN43Ic4hbao2O6KmVcBOdPT2UKQv9aHHAsJNz0ZfwXNK8KheZ/DkO/tlD3ndYBstLikXHfxwcodx/HibTWLH7jIslGXeMuZPj4YtmcRzrcGHTQZyGR17HaXldRpJp4rQBvAmWZSXki21HuMV1sSBYxCXxiZNOHSdtmFKQyRfMhqkkgba6QJkcPn16ZYewHbdZBwtsYxHkyXKiOnjdWD8+Ip+fEOczT+rFwpsGxN2J9YbHCfKLtfWoCDQfASWoFbQhO9grCS4CDKUdYfgKskdhR8SwNNN8/689E81rjIaO0FHtZ+lLygbdM5bBspJCm1LUBfonjIslTSctDOlQTvIFsFfeVZxX8fEqzWQZyJ8vtt1P1oHnAYY6EXcxqZ92HYDskjKpw3yS8bhOvWlgOsShLY8OjoZL5olxFBYgfAyHkW3MO9aPj0HOw7+IO4v1hsd9lq2iCLQRASWoBrVq179/YqIPDY7ICeaf4w5dOykAoftNQ0Dr23YElKAa1cLmbMJczlP1cFc9uiOfiNdLRUARUAQai4ASVIOaDt5TkDD31ErIeYrMIaeErp4qAoqAItA4BNpMUI1rjCKDMZQXGJFXXARwHBxtw3NScioCTeMVAUWgsQj8LwAAAP//J1UC6QAAAAZJREFUAwDm/ecZjT5Y4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9" name="Picture 28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219456"/>
            <a:ext cx="2386584" cy="758952"/>
          </a:xfrm>
          <a:prstGeom prst="rect">
            <a:avLst/>
          </a:prstGeom>
        </p:spPr>
      </p:pic>
      <p:pic>
        <p:nvPicPr>
          <p:cNvPr id="30" name="Picture 29" descr="ibm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2" y="509969"/>
            <a:ext cx="1344168" cy="43186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088880" y="128016"/>
            <a:ext cx="2231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 smtClean="0">
                <a:latin typeface="Baskerville Old Face" pitchFamily="18" charset="0"/>
              </a:rPr>
              <a:t>In collaboration with</a:t>
            </a:r>
            <a:endParaRPr lang="en-US" sz="1100" b="1" dirty="0">
              <a:latin typeface="Baskerville Old Face" pitchFamily="18" charset="0"/>
            </a:endParaRPr>
          </a:p>
        </p:txBody>
      </p:sp>
      <p:sp>
        <p:nvSpPr>
          <p:cNvPr id="28" name="Google Shape;88;p13"/>
          <p:cNvSpPr txBox="1"/>
          <p:nvPr/>
        </p:nvSpPr>
        <p:spPr>
          <a:xfrm>
            <a:off x="539496" y="1529935"/>
            <a:ext cx="1107338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 smtClean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Structure of your project ( what are the steps you follows ? )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14" name="Google Shape;116;p14"/>
          <p:cNvSpPr txBox="1"/>
          <p:nvPr/>
        </p:nvSpPr>
        <p:spPr>
          <a:xfrm>
            <a:off x="962025" y="2477690"/>
            <a:ext cx="490561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Part 1: Foundations</a:t>
            </a:r>
            <a:endParaRPr/>
          </a:p>
        </p:txBody>
      </p:sp>
      <p:sp>
        <p:nvSpPr>
          <p:cNvPr id="15" name="Google Shape;117;p14"/>
          <p:cNvSpPr txBox="1"/>
          <p:nvPr/>
        </p:nvSpPr>
        <p:spPr>
          <a:xfrm>
            <a:off x="962025" y="2906315"/>
            <a:ext cx="467201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01. Introduction: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Overview of networks and digital connectivity risks.</a:t>
            </a:r>
            <a:endParaRPr/>
          </a:p>
        </p:txBody>
      </p:sp>
      <p:sp>
        <p:nvSpPr>
          <p:cNvPr id="16" name="Google Shape;118;p14"/>
          <p:cNvSpPr txBox="1"/>
          <p:nvPr/>
        </p:nvSpPr>
        <p:spPr>
          <a:xfrm>
            <a:off x="962025" y="3508176"/>
            <a:ext cx="467201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02. Project Purpose: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Scope, educational objectives, and target goals.</a:t>
            </a:r>
            <a:endParaRPr/>
          </a:p>
        </p:txBody>
      </p:sp>
      <p:sp>
        <p:nvSpPr>
          <p:cNvPr id="17" name="Google Shape;119;p14"/>
          <p:cNvSpPr txBox="1"/>
          <p:nvPr/>
        </p:nvSpPr>
        <p:spPr>
          <a:xfrm>
            <a:off x="962025" y="4110037"/>
            <a:ext cx="467201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03. Methodology: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Linear phase-wise research and design structure.</a:t>
            </a:r>
            <a:endParaRPr/>
          </a:p>
        </p:txBody>
      </p:sp>
      <p:sp>
        <p:nvSpPr>
          <p:cNvPr id="18" name="Google Shape;120;p14"/>
          <p:cNvSpPr txBox="1"/>
          <p:nvPr/>
        </p:nvSpPr>
        <p:spPr>
          <a:xfrm>
            <a:off x="962025" y="4711898"/>
            <a:ext cx="467201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04. Types of Cyber Fraud: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Phishing, identity theft, and online scams.</a:t>
            </a:r>
            <a:endParaRPr/>
          </a:p>
        </p:txBody>
      </p:sp>
      <p:pic>
        <p:nvPicPr>
          <p:cNvPr id="19" name="Google Shape;12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52531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2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7962" y="252531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121;p14"/>
          <p:cNvSpPr txBox="1"/>
          <p:nvPr/>
        </p:nvSpPr>
        <p:spPr>
          <a:xfrm>
            <a:off x="6557962" y="2477690"/>
            <a:ext cx="490561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Part 2: Engineering &amp; Law</a:t>
            </a:r>
            <a:endParaRPr/>
          </a:p>
        </p:txBody>
      </p:sp>
      <p:sp>
        <p:nvSpPr>
          <p:cNvPr id="32" name="Google Shape;122;p14"/>
          <p:cNvSpPr txBox="1"/>
          <p:nvPr/>
        </p:nvSpPr>
        <p:spPr>
          <a:xfrm>
            <a:off x="6557962" y="2906315"/>
            <a:ext cx="467201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05. EC System Vulnerabilities: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Network loops, MitM, and hardware gaps.</a:t>
            </a:r>
            <a:endParaRPr/>
          </a:p>
        </p:txBody>
      </p:sp>
      <p:sp>
        <p:nvSpPr>
          <p:cNvPr id="33" name="Google Shape;123;p14"/>
          <p:cNvSpPr txBox="1"/>
          <p:nvPr/>
        </p:nvSpPr>
        <p:spPr>
          <a:xfrm>
            <a:off x="6557962" y="3508176"/>
            <a:ext cx="467201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06. Security Defense: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Active countermeasures, AES/RSA, and updates.</a:t>
            </a:r>
            <a:endParaRPr/>
          </a:p>
        </p:txBody>
      </p:sp>
      <p:sp>
        <p:nvSpPr>
          <p:cNvPr id="34" name="Google Shape;124;p14"/>
          <p:cNvSpPr txBox="1"/>
          <p:nvPr/>
        </p:nvSpPr>
        <p:spPr>
          <a:xfrm>
            <a:off x="6557962" y="4110037"/>
            <a:ext cx="467201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07. Reporting &amp; Cyber Laws: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IT Act 2000, Helpline 1930 protocols.</a:t>
            </a:r>
            <a:endParaRPr/>
          </a:p>
        </p:txBody>
      </p:sp>
      <p:sp>
        <p:nvSpPr>
          <p:cNvPr id="35" name="Google Shape;125;p14"/>
          <p:cNvSpPr txBox="1"/>
          <p:nvPr/>
        </p:nvSpPr>
        <p:spPr>
          <a:xfrm>
            <a:off x="6557962" y="4711898"/>
            <a:ext cx="467201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08. Project Key Learnings: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Engineering takeaways and conclusions.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 descr="data:image/png;base64,iVBORw0KGgoAAAANSUhEUgAAAagAAAClCAYAAAAJW2mqAAAQAElEQVR4Aex9TXLbSLbuScjx2jOpNlCUVyDVTH4Tg+6edZRNR7nf1PQKLK/A8gpKXoHl6buusOyKO7stwZO2405KWoGl2oClmfuGibzflyAokMQfSYgEoIPAIYDMk5knv5Tyw8lMAJ7opggoAoqAIqAILAEB3/c3fP9v/pX4G3nFKkHloaNxioAioAgoAgsj4Pv3+13//okR76uR8PhKvK8MZ7ykbEpQKaBoUEMQUDMVAUWg1gj4vr/ddcQkr2HoFuQS8jEhvN4yIq+hF/jwsBA32pWgRlDoiSKgCCgCikBVCIBsNo14gYiQmM6tyNPj4GgD4idkg+HQIVHdM9BHutGwnye6KQKKgCKgCCwbgdaXZ8Q7FJF1yKmVsCfinfnj80/biJMgODpA/CbOTyHwplw6nCKF+9UfRUARUAQUAUWgIgSGc0r0nC5BPr4nXu9q3imeg/L+6Pr3L3wMAwZBcAE9kJg4T8oHkdEUjz8qioAioAgoAopAVQgYkV3BhuG7XZIPTuP9I+JeUhBwDlk3kacl0DtD+L5gM2JdeiUogFHHXW1SBBQBRaCJCPjRQgd6TzA/5DAfjtEOAgqOgqO9I4gVrx+FSmd4lFBCR1Ai9iHDPP6oKAKKgCKgCCgC1SBwy80tIa+P8IoucBztVuwmh+8oRsI9ibaP0UFkqM+5KPEx9KcEFSOjR0VAEagIAc1GEchCwDwBMR1ToHEP8tFK6IbzcB7vQ1K7taEEFUOiR0VAEVAEFIEqEdhIyQzekn0Th2PI7xBe00l8PTwO030/U4IaIqIHRUARUAQUgcURCIL/Coa5bGGYbkg2UQgIKTgOjvs4PmeIFfmVw308p0B/E0fOX12CuFZCUChfd0VAEVAEFIH2ImDes26eeJPDdwyWo+CIiyHgTYlguI/nwg36fR5FrFtc4UUX+qsIKAKKgCKgCFSDgBXjSMeK7Pq+Hy+aGMvcirc3DNi67993etB/wTArawc8evxRUQQUgZIIqJoioAgUIhAN8zkvis85BaGYEyteN5TQEQ8zoI5FGCUUuTDiuaFBI/KKcYLNg+iuCCgCioAioAhUioCVQR8Zcsk4SMoeeBL6uJ7Yv2OeKfRBSq8RsQ45Da+Wn4sSFBDRXRFQBBSBG4DAUqsYRK8vAilFnhSH74x4X7r+/TNIADnjNcMFG0jqlQWJMR0u3a4E5WDQH0VAEVAEFIGqESDZHAf/7FkM5YlYLi+/RBl8cwSfgeIR1/YN44+Co13qI360K0GNoNATRUARaCQCb8+t3FT57czN29S93TindBwc94+Dow14ST+QkHjk9THCGZ9WByWoNFRuaJhWWxFQBBSB60aAXhIJiceispSgihDSeEVAEVAEFIGVIKAEtRLYtVBFQBGoFgHNrY0IKEG1sVW1ToqAIqAItAABJagWNKJWQRFQBBSBNiJwUwiqjW2ndVIEFAFFoNUIKEG1unm1coqAIqAINBcBJajmtp1aflMQ0HoqAjcUgXYQ1LsvG/IfX/xcefdl84a2sVZbEVAEFIFGItAOgvou22K841z57vVFN0VAEVAEFIFlIrBQWd5YanoZRZ7IVPz5nvxHivx2vjvyaP7/l+2xcvRCEVAEFAFFQBEoQMBz5BK/x2rgfcn1QlK9FHkhJkWs/DrKy/P+iN6V9ecJjgfy25994bBcgXEarQgoAoqAInBzERj3oK4dB7uFIp6Ita9l4J05sqLXhkDdbyYCWmtFQBFQBLIQ8LIilhDOj1M9AVF9AVHtL6E8LUIRWA0C8QhF1rEhb6ReDXha6k1GYJUElcT9mbz980SH/ZKQ6LkioAjUGwG17roRqAtBoZ52SwZrgZIUoNBdEVAEFAFFQGpEUGwNkFRoDnmmoggoAorAEhE4FysvlypLrFxTi6oZQQFGa+65VX44bfiu5isCikBTEDD2TP7R2VuqNAWbFdpZlqAuxdiPuRLffYi8GumJOZ2rbtbuzZVOEykCioAioAi0BoFyBGXsifyy6edKfPfxuLM70nv847Y87hgR80hE3kDK7h3Rh3vLYqV6ikD1CGiOikANEChHUIsa+vjHQxBVX9bCO1LWqzJeT3RTBBQBRUARuLEIeEut+aM7Z7I28FHmOSR/N6KvRxLdFAFFQBG4uQjMSVALAPbozoUYUzzHZOzGAqVoUkVAEVAEFIGGI7B8giJgv/x4wIOKIqAIKAKKgCKQhcBqCIrWcFUgjyqKwJIR0OIUAUWgGQisjqBWhc+7L5vuMyDucyDne+49gHwXWp7wcyJv/+yt5C0XtJdvf6cNeTYm46g7ki/RhxyX/fZ42j36NAtwju15e34oSVvj80VWbbJubB+WEedXdHx7vu/e5M80Li1wos2r+rvUchUBRWAKgdURlDWbU9YkA6w5S14ufG6kDzKyEn9SxH0ORF6IyDPhw8F5ws+JiH2HtF+Rx6EjOCS8tp0dLgn07fkZyvzi3v5OG/JsTMZRdyTesfAzKQOPtlv3zkN23qMOes6OmTaSgGLyjInn7fkFMLrCmWWPbBHi/VCStsbnRjZk1o1lsy6sG9uH5cT5FR3Z7tSnuLTescM6eqHrmSPRt+cHjsRIYHkEGttBW9KkqF7WbLvy0tKmhv2pH98swrQJ8VbmeHPFRBrxDppQ1Xlt9OZNuFC66E61k5uHkROpdssvr3xZD12Hz44jr9Mqn9+4Ju/o+SkSEqhIVTYnyrBbws571EGjY/7ule/w2BlHxPnV4cBPp7hOXiLiEVlPFHY9pyQM2sCyo7pUXU5HonyfiKubfSdrJvuN+6HddPpMkybF1q3npp/Mk+UV56kadUcgfnZ0kWPL5/O9lbThwCtexeeF9X4nHzsNzwsqey0TyY5vdHcdolx/Jz9vw0ed4zUQZwmD6LXRU6PHI7IaG0qYqSqKgCJQDQJeNdnMkAvvwEWeFKR4I3xmqkCpBtG487WvFyYpkhPJTuzWgnVqb3KSE992L/KwvZXUmikCikASgeUSFOdVOCyTtCDtfC0s9rDS0q0qjHXifMw85Y/ISdbnSX4j0ozISQn8RrS3VlIRGCKwHILinAHnbKJ5lWHRGQcjzxviPY1XwHgHM6/yY8freRzKVHIaR3P8auBhIljJaRyUFl5plRSBCQS8iev0S6644+T9LMK5ApISV0VxzoBzNum5J0PfyC+d7MnopGb9zjsSev2ZzBp4rGtnpjQi5+5t8SJvJF4FlHyDPJ8vo8yYaW3VoyHhWYf1orfvi7wfYUSsiEtSRC5rW281TBFQBEp/sLAjnLyfRThXUI6Uomag5/S4M1sHH6Wc9fdy2MG/cp0X37Ruw65MibxExueQ8ruVXSm7RUOCRXNxcW6XOHnlXrb7uLPp3hZPrOLVP8k3yMdvnedb5CnGPEXa+uxJgkieW7mQyY0eprX7k8E51yBttOXjzsYQo97Y931ibOIj9YiRe4lxTq4apQgoAitBwFtJqclC2UmF4U/FnlMy0Vznb9DB/yDslNhBsVNnB883rf/jTiBT0tmD7qYYeY7SSBA4FO7lPxNivJJkZk5hNz9bsjvX0Gc4qPZ5skIIoEDMSPhrIfE2wPFKiH2a/L87J0g5vkceaZnhz0t3g+FI+04wnkmJq0UX5NwKD1z5rHOaFJqANk5LlxXG8grzVAVFoPkIeCurwoiYNn1J65yqNszKGTr46bt0Kdg45BiGfAN7OZJa86ibn2n0HFiJYSt0XHz7+6IdaL411ceG4YkjfL4YeJHcy3mkl8L24Q3GImUtkpbtw/KzpChvE144vLLST4azvKI8ryHe7m1v2L0df3myPfvD29dQb2ZpX9/ehPgqt0thQMyqEK+KTObKg8N/XFrtntb/Utypz1VIRYkcgZpyw49WtqVoC71ekQriL92nSRbt5JFRI3eubhTpFNpuw95SbnAKDclXaEfs7W0x4fHSRFBeXYDzpI8JkWMVKYeBVLN51WQzdy7rSPlE+DocLqiI5mUQVMOdQ4H0+opMM3azSEXEFhOUkb25PD5pyVbug5VvnOfRkiprNRQBRWAcgVUT1JU19KhIVHxH3FVozc68g0oMYl3zM7oUL6ymrPxy6hvr2WKv2t5wjOrbempZqxBYXWW81RWdWfIz90JTruDKVFlRxGAwPZE/qynR0FVRquBGe09Ehy9Q5TFbLtV7ygZHYxSBNiBQkqDMae4qpazVRqNw4ZLtNwCs3EIDvvInNHyAFUlqtLu5qAXtMVI88WtlcSKUxm8c/s2uhLGKUTY6GqMItAKBcgQ16yqjyVVHbjl3py9c4h09l1P8fBGHwfhgcCtgTlTC87YTVxmn4exLpTNyWkJw9UWUmYsMzc3GqHrUNUdFoHYIeEu3iK+H58OmIvSo8os38kKiJdn5ek2KDaXYgxLdFAFFQBFQBJZPUDHmfKhS5H18mXkceCUfaM3MQSPaiIAxOsTXxnZddp20vFoj4K3UurWwDPn0VmqjFl5PBMrM5dXTcrVKEVAESiKwWoJyT8Sb0wJbO60b5iuosEaXQCD6cGIJRVVRBBSBpiKwWoIialyAwWOefJcSD7/KNWzXkGWZoSmzdrPnqW5J8fsD1YMS3RSBtiOweoJqO8KT9bODi8mgqWtrS6z0m0rVngDnWRdUx9xwjArg0WhFoA0IrJ6g+K2pNiBZtg63pHhy3xidd5OCoV8+hlDHh7llju2a/gfmsESTKAK1QmC1BBW9VaFTK0Su25hHd+hBFTwHZrckwua6ralx/raYyMO1thD5zfofqPFfnZpWLwRWS1BrptzH6Pjgb71wW9Sa4odMPW9v0UIand6YYoys3ZMmeFFlXjL87kt75lkb/YenxtcDgcgKLzqs4Jef2eAwTXHRBd5GcQb10zBlXuP0UN7+ubiHUOrNFfVDSLxBGYw6MvAWJ/I6eKvlPsFSw4ZSkxSB60PAu76sM3Lma2z4aQ2RJxkak8FlOqrJNPW+5qc7REoQrz2Ye6iPnsXb80Ox8mu9wciwLhoKLX7biMgz+e3Pct/qSiuKr9PyvD/SoioLs6Z4VSI/zsg2q6xQzUgRaD4C5QjKehtCYplnGIJp6AnwMxpvz8+En9Qo5zlF6IZhOz87YaVMvdbFfdTxz/KeFDs5droD70xEHkKau2d/TmO8Tta+FtZ5PDT/iqTm/h7lRb5iBbFGiufTRDrCFySz/aT120fUkC+QLhL+DUO1BnsoHHIusrcN8edSo80rZ4vdcsQy8L7I23M7kzCN2Hco5xlktslgjt1X8QZxFFy7/VbI+bcyfwzrQvzodZLo0zowhjGOw6YkJr7DUATpalfr2Qzi3CP/BsqkYp1JOCQe3hSlpeFNVnyjRFITme3vMS3PMmFeWG4UgDdubD9nI25KaG9SfjvfdURMz5g6Zcqup05gXvz3XqHsfa4NQZmn3wLz5Nte2wV/LrXBHLZISYKi6tLlUjzbX3qpyyrQDWGZ3dLFsfMiUQ28r7hBOBMSFuXt+QXmYb46UNYjVQAAEABJREFUEhPhsOl66TyboBj9DZT8TIt0hMTDmyLiQnwoJC7eWNF755CgQG+ZdXfPdZmiN6bEFq3jBDdzuKmjvUnhcC2JOPKM+9DTvYkIqM2lEagvQRl03u4fu3RdmqcYzUWVmWeZrFtHSFiUNnhKk7VLXvNvgH8LybBy5+sJjJbjKeXZZYQes1S4kcgqzE6zUgTqh0A9CYrfjOJnOeqHV/UWuRfmlr67rr78JuQY/S3MQ+T1qZ2rQ8XtXIfVh/VBWC1pIQJ1I6hL4Vd43T9zC9FOqxKH+tYGvozenCC6pSHwuNNHcLNJam3AxS5lhytR3YJd30dYAJBGNx2BOhHUK1kLN4UT401HdVb7SVKPf+T7917NmjRfH3fsVriyKF+tKbEkKXrXItV18swryvP6UeBwZRjiZqQi+5v6jNv1I60ltASBVRPUubADXQvvyOPOrrCjbgmwc1WDGNCDLLtyLbuQc2Gn60gv5PLYbM2mxdC7XgtJ5sUfu8yvG7x1eeluiphnvm51sVyVSvsXb2ORGn6duTqg2p9T7/cdf2H5z//L/4XWggWCCgNHEvyHmZSqh52Yv8gbMfJcwvAnkBI8ps4eiGmxpY38PIOVl64eWUcJq+mos/KPw8Ur83xT9h8UPchfNn031EmseIefrT0Z814cMXU2Je50K8cGOMZ1zTqyzEnLqrymJ/K40wO53EG2byAzeFTwKvn3txbGf3sXSC+5fzus56Lt6goZ/tD+qzZ+Pwyd7cD/pTKfbpktV9VeJgJWjmVRGYT7yzR52WV5bkjtH5094T/MpPAO/HHHgEjyhWTDO/80WQvpHUXpmT+HaX7p7AvvJKuqLf/hWYdcuRNUUlxuGR3g+ONBNeXAXmL1uLPhyIqdKjtKCjsnkVf4434ZSdhFZ/0D2qk3IqbYiKqxIYEWYcAy4/Kv88hyYoz4N0hyJj4UEXb8VxiJeQSM8Lf447bw72/SWy+qU0z4VdaHWEZE+4NrY9pNYdtOtbGgrdHOrCf/J93/0o/lnq+q0mbNSxFYIgJeJWWRbPjPlibsROJC9DgfAsSVnWrcibrOqbMr8TXjJzvc+Upqbir+DZJEYkzY8XPIdHSNzryuf4tsO7bhyFa07VQbd/bczSTr2dxWUssVgZkQqIagZipSlRUBRUARUAQUgWIElKCKMVINRYAIqCgCisCSEVCCWjLgWpwioAgoAopAOQSUoMrhpFqKgCKgCDQXgYZargTV0IZTsxUBRUARaDsCSlA1b+HeO3/DPcz3fmevlya/3+31Wv6wXs2bSM1TBBSBa0JACeqagF0kW0dKH+7u9j7snMjat69i5Vj4mYU0sfadDMI/oHvR+3D3sPdhh++sm7F4VVcEFAFFoH4IKEHVqE0cMf1+d9+RkthfYdoWpOy+LmIfQvk1SOoMokQFMHRXBBSB5iKgBFWTtuthqA7EdCbWPqvApA7yIFEFvXc7mzjXXRFoLQJasfYioARVg7btYTgPxPQOpsALwm91+z1ZkxOdo6oOUM1JEVAEloeAEtTysE4tCZ7TPobmOJyXGl9B4DrmqAIlqQqQ1CzqiYCVl7KoVPky4Hqi1Eir2k9QNW6WHhc0lBrSM+9FzHMx0pU17ycnPDfmkRjzSkTOIXn7uiMpHe7Lw0jjmopA/A7DRY58j2NT699iu5WgVtS4Q48G3lOOAUbeyEDuHD741IPsH/78OTj8+79OnPD850+Hhz9/2j188JnzTE+RUx5RrWO4T99+DZB0VwQUgWYgoAS1qnaKvuOSNed0KfCOQEj9w0efS30rCyR1IIPb20JSy67TVo/zXdnxuTFccNGD15f+PNaOn5U4Wp244/cmP9CW8/yWK2tSn9cZaaIy7vacbR92Atg58+dVojKHeUw+cwbcaH9WHecN540KbO07u6fK3OnTpnnz1nSKQNMRUIJaQQv2uGJP5F5G0ZcYwvPhGc3s7Rw+Ci5IavkkZffYmWeUnRrsOlB0+vDAvkDhNfJ/MSVWjqF30ft952CqU731bVsQPyURSSPLlN2T/pQ+85hIw7JYprjnxew7Z5cIsaVI0UYsYHcfcuLqx+fKjEzXj8v+UT70LMuDZBJyUZmM75HwPuycYej1D1ynYyrymjb1PuycQPSxAQCl+81CQAlqFe1t7W5OsbscwsuJL4xyJCUG81apqhjq+3epzs51/iQmdpRRp5+aYSJwXaw8Qae6lA7VddprciIsU2bferxRWPt2gpSvIeWfObPyRCKymnkZ/9BjOhESnkgH5ZbZaRsfG9AVmWXQUp16IFCBFUpQFYA4SxbsoKCfdXf/0Q3VQWHhffAXktBlej6WcelRw1BnJzt/kSxbh5qph3WEvgYB7ON4LXsPnhoyJrGwLJzOtrv09JZEOrOlHNO+58gYQ49joRkXDtNByKFHEk6GVm7wFjwuXZGZC5FGtgkBJahlt+b3sJdZpJE9qWjjcJ9YySKILXpHkrElOtL1DJVywdY+c15OOe3SWi5PK09KJ5hQjMhp/vQT2dFrPEaexUN+g/AAafMw5Q3FR+jk7W1Ykblp93b89sv2Rl5DLjPOvr69CfGLRMTUxmbBpgQFEJa6G8nqyE4xNMe7a6lsC2/vY06mmypy+yKtHM7J4C6d8195HWmcNO5Q2almrSDcFyubMrXNHcC86DnNlQEXI8CePHK7BF5vJF7Wb8wj6L8UkVNI9m7lMJf0OZwoku458Rket1rz88bhg88+xGAe8icxAjskbcMwrZDspKHbEzHhcetFbm/Xpn04p+vJsRSJ2PS/0RVVRAlq+cCnD5mhg6vaFHpRJL1UeRSkEpR433ZhR96w16VYeRktf/8cd6jsVDcZJuzYRS7laiPRVeYZIts82xCdvTvP0MiLDA3YbJ6DHDaAV3+0rJ9L+R9+3kP4dlQ/IRmnZVFAGjbDc0aZzH9itSbnIWkHCuLjAzhM7fdKeW1TyTRAEWgOAkpQS2wr10FmledJICvenAeQ3YHTulN00tuHKR0qI7kknh27DG5vyvjd/9ykwnwLBJ6beU6PAyRikjKVbmIFYCL+EulBsp/2E2FTp1H9PvsTdUvqZZNGuhd56fBK5jBxjvocCG8IJsLdpTW77qg/S0dAC1wOAkpQy8E5KiUMM8d3cbe8coKSNZNxl+/MBznd9tlJu6ucn6Hn1s/pyHNSzxIF7+PB50128vQ48lIObw7Svdc1zy9Kn8wbbdXHdbonNRtplHrGTThUO+6Vonju9iF/VRSBtiKgBNXWlp2rXpYdb3rKgfRIPOmRGaHfb/MOHx5ORvwiwZgbIjGVziLMqBs8vVnIaVSekYxhS/vQzeNJqW1rSJy5yhHuJvUGpkz63Mw1UhGoMQJKUNfROFl5huJL+ob5j/SIZYUOO9X0CVJ24hNzJGXsch2rMSSpMurldWgP5obKJ4CmtT38Tu+etz8dWBwCL4qEkU6+t/6d0s7mIjXXgc0gunFtkHEPw31jQ5ju+u//OhnX1CtFoD0IeO2pitZkIQT4toesDObsxJnd8I0Y6R05FeaRGe0Zkm/aPNjlXN7TyGaTTg6hTVm9ZbkycpTy6sQ+7H3YOdMFD1eI6JkiECOgBBUjsYxj9kIIrnRbhgXZZViT0qlG6ot14sjDCL0NqWibnVSyyTedYMoaam359IPbJKgsou6Ida+KAlHd3e/9frc3JNWyllSpp3kpArVBQAmqNk2xYkOs3ciwIH0xQIZyanAo5RYDSKmtPCkUZ7fJ56LmFcl+pm2qZDfcueZxmDFvOBdEZZ+5j1euffsKz+oEZOUIaypDDVAEbgAC3g2oY32q6Hnp8xCwsFfydTlQbd6e7Tmuui4dkMyLuUUkfVVgRq2cJ7rmcX4q/6Hfq/RbICtHWCCr6EW8GW9zv0qiZ4pAexDwZq2K6s+PgOugspLnDLFlJdHw5iHAv4HDB5+3xZhHkv1CX0nZ1sXKExmEf/R+vzvXwo6UPDVIEag1AkpQy2+ejLtn26/aFM5j9OCZpco7f6Pq8jLzy169mJlkSRGnYqQrVUsoB1KwcfFIvDJPSFbRl5FPC5JF0dE7Dk+iC/1VBNqLgBLUstvWmKwFA1skkkrN4WuLrBxLmvyf/9ksWdZMw1ipeXpStiy53m0q9wsuF69cZlyS78jq50+79KwgRhxhmlewNmtRBaIEfy/qSREIlfYioAS17Lb1zEFmkVZKPRMjJTZ6T+jodjNUzznUNBaXM0+08MOgVnxZ5fb9dpa3sb1Ks7LKjgjTERaJ/Sn00hdW0JNapicMQ3RXBJaJgBLUMtFGWUNiyBrKuYfJ8GqG+tb+TSLMWL5upucwsjtxkTDMIjrUKH/v/X63B40OZGW7W0EnkuaNrM9LvkyHtgpSpcKFDPCoDty7DUXSSSr1oeCVQa0FXyMCNzFrJajVtPo0QVzZsc/O7+py9rOe+5ifzXpP26UM/kLyGst42ImnE6eVJ+5FsmMpii+cF2dtXl2LM6lKw0ggadu85Bu9OonDn9PyP+HYak1iByKzKVJq+b1rGyN8jkqmttSHgqe0NEARaCQCSlAraDZ3VyySTgYi0Qfpft+Za1jMkRMIJbNaVvZdh5emYCW9ExRsa/zekT/bwopb30hOK/WeYHm8T5GyiwBWs94QkHDE2ixP93TyhbrD6zQPqOPycoYU/qTbX5hMFRSB5iKgBLWqtlvzsjo4WrQuVo57v9/dd14IQwqkB0LDHfoZ0j3JUT3lpzIy4/NXn23J2regTIdKm3v04qzk2ZJpxnVEcF4H+aY/dDwIg7IkxboJyBp5ZQyfCklZprYsD2gtZbh1KjEDzGw3B0xSvdDj48cbVUTKYEC8qm+FeXIMhSMIZWyuSkeq2LwqMtE8Zkcgmosyz3NTYhIcpPCVnT3Ip4+jH+vzvIf5Hcg+4khMx4jL81YuJZ8Uxd3pR8udkVXqDpKSE/fmhXc7nMAfUyJ59T7c3YXNtCdJTmnzP2Npl3JhJGsRyrqQpD7s5N00SI/xa99ORCT9pbrwiofeMVSm9oOpEBfAd/EBM3ee82Ntuu2eoT05CauLMnufz8yL/95TKYkB8KoO/cVyMk+/BebJt71lyWLWXqVWgrrCYulnhw8+7YuRrM96X9ljhZ39a7Hwqj7suLkMnmOY6R3kGRTziAnR2I3pR6SI87z9+1/YEeYRyrrwo4Zr8gUd9gUkXihwBs/ii4j9FdmvQ+KdQ1vMM75e2dF5UdkETJtfoz5nPXh/joRBSO5IT/bDzhkMfw3JxjrnBsCVnflgrv0V5QYod3QDgnLcHpH+Du9+00nx+18Y53Qb/KOmKwKpCChBpcKyvEB0XH3J7jSrMORSjHT5rE2ZzNz8VPE74+Ks2KnHiwQyOm6zh/LZucdpVnoEDruwJ++moAPyfwKdFzD0tTvSkxXJqB+0ov1p4Q3A4C99qF5C0vZ7cnUDEjjC+rBzEpG+EOPpNFZeuvaajtEQRaAVCChB1aAZXacp8hSmZGtTNL0AAA2XSURBVHVeiJprP8Wwng8SnOku23W0Rrg8fDF74B06L1HqtQGPvsC2iqwiRk9zhvZGxTgyid7FxzSj8JQTEhIl3WuKEpwOv7QbXemvItBCBBpBUC3EfapKroMb3N6sqONEB2ieI89tRzZTpRUHoBMPSG7QPIXMsaP8nz/350i4lCSoX1/4iqGs54vKWfFRBrINnA/KqYu49mA7i3lfNs20HtIObvuO8KYjNUQRaA0CSlA1akp2OK7jHMgdscLVNOezmYeOC54YOsyNKjwXdqbIaxs20LsrR1T0TGB/FeWj3Gvd4bkeRg/BmucoaAaszXvhsOmDzyCJzzMPX7p2fvCpxzxkNqJiG8Bb+9RjHqKbItByBJSgatjAXE3H5eAgh03cod8R3umTsNJE5KkY6ULXgBT4WfDSd/Nlq468DyDbzhaWRzsEnbTIRyEh8Zo2Dm7/QIKl/WN58y0VsBG63TFZ83bH9JIXoRyM6cbp89LI7Bs7euC2j/pFWMf1Y71YPwrrR6ENrCPIBfUsOWyabRPzQNk9kOQPrq4sg8IynQBjd22ew5v9CTbO5K1ll6wxikAzEPCaYebNtZKdPe/0HWE9/Lw3dXzw+YAd3TIQcrawPNrBTpoeBIbxnE0/fzpkZ59mB8Np45T8/V8nafoMc2X9/DmYJQ3TLSKuzLh+rBfrR2F9KbTnUXCxSBlpaUf4sAwKy3TyqeewffBpn95sWloNUwTajIASVJtbV+umCCgCisACCKw6qRLUqltAy1cEFIGFEOgNnw1c8BgsZIQmvhYElKCuBVbNVBFQBBQBRWBRBJSgFkXwJqfXuisCioAicI0IKEFdI7iatSKgCCgCisD8CChBzY+dplQEFIHmIqCWNwABJagGNJKaqAgoAorATURACeomtrrWWRFQBBSBBiCgBJXRSBqsCCgCioAisFoElKBWi7+WrggoAoqAIpCBgBJUBjAarAg0FwG1fA4ENnq/7/jLlDlsvHFJlKBuXJNrhRUBRSAFgS2xcizLlBQjNGgcASWocTz0ShFQBBQBRWCFCCSLVoJKoqHnioAioAgoArVBQAmqNk2hhigCioAioAgkEVCCSqKxpPOuf98mZUnFphbj+/6m7//NT4rUeZuwDYZvJG2Pzv3NCTW9VAQUgQYioATVwEarwmTf/2uv698/M+J9MRIeJwXh9r5/f08SG8ICiB2X7kFCZXTa9f962J0g4fvT+U3kNU7acXoSzijjxInv3+9D58SI9zVpe3TufUHcmQ/ylcTmg4i7E3YVXU/anchOTxUBReCaEVCCumaA65g9Ot19I/YdbOtAUncrtoQXYnqpicX6k+Hl8ptMNX3t+/5G178PYpLXiN2CZO5BEJxlRjYswke9I1LuHnRRf7ThXsOqoOaKKAYzIqAENSNgTVf3fX/bijwrqocV77BIB/Hr9EpwHO0+PDNcrEMmdlOC8CaSTFzC9g0jXiAiW5CC3VKvQKdJ0be2jQhI2TyB1SXqDy3dFYGGI+A13H41f0YEPPH640nMeyvhD8fBkaHg/Cd0hK9EBpMd/MZ4uujKk3DMizIT15FW8a8Vr5smIt9P4tRG1g5kipzsG9pM22OxYh7ZSBfqyf37iZ0oJxnL88n4UEKWySgVRUARWDIC3pLL0+JSEPB9f7Prdw+6GLqBcG7mhEM4PoZ1YvWuf59zQCPx4QnFcTxCf7+b0PEjT4ZRY2JFtiWx4fogCIKLOAjnJ0fB0S6Oo7BhXOpdO9JPDOeZ3lCfh3P+lJEg+C8UmSaRbb6rr32YzAtlPz0OjvtIOCIxwRYE/zwMkB9Ox3boXTA8KWMKuEjG8RxBG90ErrgWfzj/hXDrwy5KN6HDtqBeLLxOxsfh8dFHW3WjebuzbjRHdtLFNcOpw/RGwn2ex4K6cw7O/T34sCEO16Mi0CYElKBq0JpGvBMRkxy62UIH9MJgOAudz4Zcbfdw6sSb8ISgz2E7FxfpDJAnzqZ2e5YMMmL3ff9vEyST1Eg9/5gI3YKNm7wedqjrPIeQnMbKQtjc+2R9kdHHIDg6wPGa91vEf4QryGLPCIfaZEjYjKfISMdO3wTwpmAUnzS463cP0AaYD3TkG88JIm/70Ay90WF+CEumFOoO83Tlj0XqhSLQBgS8NlSiBXWIO/XJqmyhY95jIDqpsc4Y1yNPJYVgToMgSCUHOz301UFHeNyF9+bDM/ATXhvLTRN00MF4uOcIzhtbHGEndISd6XiyxFU34YHE5yCDkddgpzv9g0TypZ3CjhdVFRa1m7sxSWZ5GV9YMZMYxlE1PKpJikD1CHjVZ6k5zoHAKTojzJt4XRHzXhKbFXnmgzSG3sKo84JKB+HOc/EkdASBMLcbkczOOxq2sm9kettCutdGvDMSlSS2uJxEEIf/TuNrI9aVb0XcUbDZcossoDna7+FsTJAfPQ8Eu51x7iT68VIJOIpbyi/rD0/yO7GYq8DJdhOxnE/btJgTRN2fioSHzBjXu2ib5zy/EupG83aSmKe7itczRaD5CHjNr0Lza2DF2w2G8yZWBn3UKElEuLzlOmp0UmPEA++qh0hBZzYiBl6Hw46N52lyjHkb5PUScRPlIERkHXGv4b3suSv3c2vTHYY/IYYkoRMML3EwPjbqjIahWB9EtHK3Yh4dB0fbED8Igoyh1HmqbtDOa8zzgjckyNuRH44nITBP5mjEnAWYZ4skcHrJeD1XBNqAwLIIqg1YXVsd2MnEmaMzQmdj3Z1zHBbfaYcpE+VDnYR3Yd4jj7NheObhKDjasxJuGhHemZ9PKlqRF0PSmYxy1+H48FMHZNl3Ee5n3At0QQU/sOPlpMCGg0SyCRvtRiJumacfA9xMVFFgiDnGiXzgxdp3Xf/+2X3//u5EnF4qAjcOASWoGja5wd1xmllBEJB4Pibitnz/r86LisOs2MP4vOiI/C6OgqP94+Bo08IrgP6YRwXSGcsb8aN9spO2In0Zblc22LNhkDv4vr/pTlJ+jkCYk0IvIqE6lpcZLiBIxDfuNIAHZERephjesSK/gqT2U+I0SBG4MQgoQdWwqdE5+UmzwsSdthU5kMRmxE7caYelCSqRjQTwCtBZjuWN+KGXEmYRy0foxDtXlQ3PQ2eDmSLa8aHCoXKpgxFxecpoM098398eXV7nyeJ5D3GczoikbCW8I+LmBcduEOxw/nE6lYYoAjcDASWoGrQz7pRHJDPsdO+Nm/V95D0MvYpkR5bQdcN7GCIcT528Yv4obw/HMdLB9QY6RD+pG4q4cvFHMqYrw22aNFwEhsCCXBuc1ow/YfTAbLLeYkDcvn+/LxOb7/sbvu+n2jyhel2X2yh/g5njuI3jaG4O51N7EARnx8FxH0RFm5OkD91bTI/j+G7FpIaPa92QKysv5aaKyIG0eEPf0+LaNaRqFsM5Xb97AOLYN+h0ZXxjh3+WDDIZf5TIp/CPFcN2PvT4jNWXLuY6IO5hTyMey0h2pCCD8FBStgBDUwwGaQQ8JgW2paZJ6qSdww4+oDwlwGSP+kEQXCBvd87robgFHUh7AXH1wPHEiPcV9ezLkrYYj0RxsMs76fp/PTTT7Snx5vv3+bAt55v2fPcs2pqPOEdsOA737xlkbx92h0vzh4o39nD48PPejZUHnw8KGr7R0V6jrW+V8eYJiIMP264nqnVpJdxNXLtTEMO+Oxn/OQ8wTDceNH1lxbATjCM4LEcPjJIsFzekshuAFGLFtCPiuYLtPBkXFqwgTOrOen6E+TIj8iolHW1nHSiOZK1Isp5y/Zt9M1EGsLUPEUbbcLjafd/f5BWGZ30cOd+EGwa+Ud6+w7WzH0fuH4cYSxDdFOCmgcEjYX0powA9UQTahIAS1Mpb03Vskx0PrSI5+XEHxYBYEEZv5zS+5hEd9wGPFci5FfMoCK7e0mDFbmbna4NE3GkQBLQtEXR1Gq9GvAqZ/QwktWuFz4vJWP1TclrqEBgw4o1Emk3naBuulEyYeGuIp8mz8aOdWAhiRViG6KYI3BQElKBW0NLsYK/EosMNN43Ic4hbao2O6KmVcBOdPT2UKQv9aHHAsJNz0ZfwXNK8KheZ/DkO/tlD3ndYBstLikXHfxwcodx/HibTWLH7jIslGXeMuZPj4YtmcRzrcGHTQZyGR17HaXldRpJp4rQBvAmWZSXki21HuMV1sSBYxCXxiZNOHSdtmFKQyRfMhqkkgba6QJkcPn16ZYewHbdZBwtsYxHkyXKiOnjdWD8+Ip+fEOczT+rFwpsGxN2J9YbHCfKLtfWoCDQfASWoFbQhO9grCS4CDKUdYfgKskdhR8SwNNN8/689E81rjIaO0FHtZ+lLygbdM5bBspJCm1LUBfonjIslTSctDOlQTvIFsFfeVZxX8fEqzWQZyJ8vtt1P1oHnAYY6EXcxqZ92HYDskjKpw3yS8bhOvWlgOsShLY8OjoZL5olxFBYgfAyHkW3MO9aPj0HOw7+IO4v1hsd9lq2iCLQRASWoBrVq179/YqIPDY7ICeaf4w5dOykAoftNQ0Dr23YElKAa1cLmbMJczlP1cFc9uiOfiNdLRUARUAQai4ASVIOaDt5TkDD31ErIeYrMIaeErp4qAoqAItA4BNpMUI1rjCKDMZQXGJFXXARwHBxtw3NScioCTeMVAUWgsQj8LwAAAP//J1UC6QAAAAZJREFUAwDm/ecZjT5Y4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48" name="AutoShape 4" descr="data:image/png;base64,iVBORw0KGgoAAAANSUhEUgAAAagAAAClCAYAAAAJW2mqAAAQAElEQVR4Aex9TXLbSLbuScjx2jOpNlCUVyDVTH4Tg+6edZRNR7nf1PQKLK/A8gpKXoHl6buusOyKO7stwZO2405KWoGl2oClmfuGibzflyAokMQfSYgEoIPAIYDMk5knv5Tyw8lMAJ7opggoAoqAIqAILAEB3/c3fP9v/pX4G3nFKkHloaNxioAioAgoAgsj4Pv3+13//okR76uR8PhKvK8MZ7ykbEpQKaBoUEMQUDMVAUWg1gj4vr/ddcQkr2HoFuQS8jEhvN4yIq+hF/jwsBA32pWgRlDoiSKgCCgCikBVCIBsNo14gYiQmM6tyNPj4GgD4idkg+HQIVHdM9BHutGwnye6KQKKgCKgCCwbgdaXZ8Q7FJF1yKmVsCfinfnj80/biJMgODpA/CbOTyHwplw6nCKF+9UfRUARUAQUAUWgIgSGc0r0nC5BPr4nXu9q3imeg/L+6Pr3L3wMAwZBcAE9kJg4T8oHkdEUjz8qioAioAgoAopAVQgYkV3BhuG7XZIPTuP9I+JeUhBwDlk3kacl0DtD+L5gM2JdeiUogFHHXW1SBBQBRaCJCPjRQgd6TzA/5DAfjtEOAgqOgqO9I4gVrx+FSmd4lFBCR1Ai9iHDPP6oKAKKgCKgCCgC1SBwy80tIa+P8IoucBztVuwmh+8oRsI9ibaP0UFkqM+5KPEx9KcEFSOjR0VAEagIAc1GEchCwDwBMR1ToHEP8tFK6IbzcB7vQ1K7taEEFUOiR0VAEVAEFIEqEdhIyQzekn0Th2PI7xBe00l8PTwO030/U4IaIqIHRUARUAQUgcURCIL/Coa5bGGYbkg2UQgIKTgOjvs4PmeIFfmVw308p0B/E0fOX12CuFZCUChfd0VAEVAEFIH2ImDes26eeJPDdwyWo+CIiyHgTYlguI/nwg36fR5FrFtc4UUX+qsIKAKKgCKgCFSDgBXjSMeK7Pq+Hy+aGMvcirc3DNi67993etB/wTArawc8evxRUQQUgZIIqJoioAgUIhAN8zkvis85BaGYEyteN5TQEQ8zoI5FGCUUuTDiuaFBI/KKcYLNg+iuCCgCioAioAhUioCVQR8Zcsk4SMoeeBL6uJ7Yv2OeKfRBSq8RsQ45Da+Wn4sSFBDRXRFQBBSBG4DAUqsYRK8vAilFnhSH74x4X7r+/TNIADnjNcMFG0jqlQWJMR0u3a4E5WDQH0VAEVAEFIGqESDZHAf/7FkM5YlYLi+/RBl8cwSfgeIR1/YN44+Co13qI360K0GNoNATRUARaCQCb8+t3FT57czN29S93TindBwc94+Dow14ST+QkHjk9THCGZ9WByWoNFRuaJhWWxFQBBSB60aAXhIJiceispSgihDSeEVAEVAEFIGVIKAEtRLYtVBFQBGoFgHNrY0IKEG1sVW1ToqAIqAItAABJagWNKJWQRFQBBSBNiJwUwiqjW2ndVIEFAFFoNUIKEG1unm1coqAIqAINBcBJajmtp1aflMQ0HoqAjcUgXYQ1LsvG/IfX/xcefdl84a2sVZbEVAEFIFGItAOgvou22K841z57vVFN0VAEVAEFIFlIrBQWd5YanoZRZ7IVPz5nvxHivx2vjvyaP7/l+2xcvRCEVAEFAFFQBEoQMBz5BK/x2rgfcn1QlK9FHkhJkWs/DrKy/P+iN6V9ecJjgfy25994bBcgXEarQgoAoqAInBzERj3oK4dB7uFIp6Ita9l4J05sqLXhkDdbyYCWmtFQBFQBLIQ8LIilhDOj1M9AVF9AVHtL6E8LUIRWA0C8QhF1rEhb6ReDXha6k1GYJUElcT9mbz980SH/ZKQ6LkioAjUGwG17roRqAtBoZ52SwZrgZIUoNBdEVAEFAFFQGpEUGwNkFRoDnmmoggoAorAEhE4FysvlypLrFxTi6oZQQFGa+65VX44bfiu5isCikBTEDD2TP7R2VuqNAWbFdpZlqAuxdiPuRLffYi8GumJOZ2rbtbuzZVOEykCioAioAi0BoFyBGXsifyy6edKfPfxuLM70nv847Y87hgR80hE3kDK7h3Rh3vLYqV6ikD1CGiOikANEChHUIsa+vjHQxBVX9bCO1LWqzJeT3RTBBQBRUARuLEIeEut+aM7Z7I28FHmOSR/N6KvRxLdFAFFQBG4uQjMSVALAPbozoUYUzzHZOzGAqVoUkVAEVAEFIGGI7B8giJgv/x4wIOKIqAIKAKKgCKQhcBqCIrWcFUgjyqKwJIR0OIUAUWgGQisjqBWhc+7L5vuMyDucyDne+49gHwXWp7wcyJv/+yt5C0XtJdvf6cNeTYm46g7ki/RhxyX/fZ42j36NAtwju15e34oSVvj80VWbbJubB+WEedXdHx7vu/e5M80Li1wos2r+rvUchUBRWAKgdURlDWbU9YkA6w5S14ufG6kDzKyEn9SxH0ORF6IyDPhw8F5ws+JiH2HtF+Rx6EjOCS8tp0dLgn07fkZyvzi3v5OG/JsTMZRdyTesfAzKQOPtlv3zkN23qMOes6OmTaSgGLyjInn7fkFMLrCmWWPbBHi/VCStsbnRjZk1o1lsy6sG9uH5cT5FR3Z7tSnuLTescM6eqHrmSPRt+cHjsRIYHkEGttBW9KkqF7WbLvy0tKmhv2pH98swrQJ8VbmeHPFRBrxDppQ1Xlt9OZNuFC66E61k5uHkROpdssvr3xZD12Hz44jr9Mqn9+4Ju/o+SkSEqhIVTYnyrBbws571EGjY/7ule/w2BlHxPnV4cBPp7hOXiLiEVlPFHY9pyQM2sCyo7pUXU5HonyfiKubfSdrJvuN+6HddPpMkybF1q3npp/Mk+UV56kadUcgfnZ0kWPL5/O9lbThwCtexeeF9X4nHzsNzwsqey0TyY5vdHcdolx/Jz9vw0ed4zUQZwmD6LXRU6PHI7IaG0qYqSqKgCJQDQJeNdnMkAvvwEWeFKR4I3xmqkCpBtG487WvFyYpkhPJTuzWgnVqb3KSE992L/KwvZXUmikCikASgeUSFOdVOCyTtCDtfC0s9rDS0q0qjHXifMw85Y/ISdbnSX4j0ozISQn8RrS3VlIRGCKwHILinAHnbKJ5lWHRGQcjzxviPY1XwHgHM6/yY8freRzKVHIaR3P8auBhIljJaRyUFl5plRSBCQS8iev0S6644+T9LMK5ApISV0VxzoBzNum5J0PfyC+d7MnopGb9zjsSev2ZzBp4rGtnpjQi5+5t8SJvJF4FlHyDPJ8vo8yYaW3VoyHhWYf1orfvi7wfYUSsiEtSRC5rW281TBFQBEp/sLAjnLyfRThXUI6Uomag5/S4M1sHH6Wc9fdy2MG/cp0X37Ruw65MibxExueQ8ruVXSm7RUOCRXNxcW6XOHnlXrb7uLPp3hZPrOLVP8k3yMdvnedb5CnGPEXa+uxJgkieW7mQyY0eprX7k8E51yBttOXjzsYQo97Y931ibOIj9YiRe4lxTq4apQgoAitBwFtJqclC2UmF4U/FnlMy0Vznb9DB/yDslNhBsVNnB883rf/jTiBT0tmD7qYYeY7SSBA4FO7lPxNivJJkZk5hNz9bsjvX0Gc4qPZ5skIIoEDMSPhrIfE2wPFKiH2a/L87J0g5vkceaZnhz0t3g+FI+04wnkmJq0UX5NwKD1z5rHOaFJqANk5LlxXG8grzVAVFoPkIeCurwoiYNn1J65yqNszKGTr46bt0Kdg45BiGfAN7OZJa86ibn2n0HFiJYSt0XHz7+6IdaL411ceG4YkjfL4YeJHcy3mkl8L24Q3GImUtkpbtw/KzpChvE144vLLST4azvKI8ryHe7m1v2L0df3myPfvD29dQb2ZpX9/ehPgqt0thQMyqEK+KTObKg8N/XFrtntb/Utypz1VIRYkcgZpyw49WtqVoC71ekQriL92nSRbt5JFRI3eubhTpFNpuw95SbnAKDclXaEfs7W0x4fHSRFBeXYDzpI8JkWMVKYeBVLN51WQzdy7rSPlE+DocLqiI5mUQVMOdQ4H0+opMM3azSEXEFhOUkb25PD5pyVbug5VvnOfRkiprNRQBRWAcgVUT1JU19KhIVHxH3FVozc68g0oMYl3zM7oUL6ymrPxy6hvr2WKv2t5wjOrbempZqxBYXWW81RWdWfIz90JTruDKVFlRxGAwPZE/qynR0FVRquBGe09Ehy9Q5TFbLtV7ygZHYxSBNiBQkqDMae4qpazVRqNw4ZLtNwCs3EIDvvInNHyAFUlqtLu5qAXtMVI88WtlcSKUxm8c/s2uhLGKUTY6GqMItAKBcgQ16yqjyVVHbjl3py9c4h09l1P8fBGHwfhgcCtgTlTC87YTVxmn4exLpTNyWkJw9UWUmYsMzc3GqHrUNUdFoHYIeEu3iK+H58OmIvSo8os38kKiJdn5ek2KDaXYgxLdFAFFQBFQBJZPUDHmfKhS5H18mXkceCUfaM3MQSPaiIAxOsTXxnZddp20vFoj4K3UurWwDPn0VmqjFl5PBMrM5dXTcrVKEVAESiKwWoJyT8Sb0wJbO60b5iuosEaXQCD6cGIJRVVRBBSBpiKwWoIialyAwWOefJcSD7/KNWzXkGWZoSmzdrPnqW5J8fsD1YMS3RSBtiOweoJqO8KT9bODi8mgqWtrS6z0m0rVngDnWRdUx9xwjArg0WhFoA0IrJ6g+K2pNiBZtg63pHhy3xidd5OCoV8+hlDHh7llju2a/gfmsESTKAK1QmC1BBW9VaFTK0Su25hHd+hBFTwHZrckwua6ralx/raYyMO1thD5zfofqPFfnZpWLwRWS1BrptzH6Pjgb71wW9Sa4odMPW9v0UIand6YYoys3ZMmeFFlXjL87kt75lkb/YenxtcDgcgKLzqs4Jef2eAwTXHRBd5GcQb10zBlXuP0UN7+ubiHUOrNFfVDSLxBGYw6MvAWJ/I6eKvlPsFSw4ZSkxSB60PAu76sM3Lma2z4aQ2RJxkak8FlOqrJNPW+5qc7REoQrz2Ye6iPnsXb80Ox8mu9wciwLhoKLX7biMgz+e3Pct/qSiuKr9PyvD/SoioLs6Z4VSI/zsg2q6xQzUgRaD4C5QjKehtCYplnGIJp6AnwMxpvz8+En9Qo5zlF6IZhOz87YaVMvdbFfdTxz/KeFDs5droD70xEHkKau2d/TmO8Tta+FtZ5PDT/iqTm/h7lRb5iBbFGiufTRDrCFySz/aT120fUkC+QLhL+DUO1BnsoHHIusrcN8edSo80rZ4vdcsQy8L7I23M7kzCN2Hco5xlktslgjt1X8QZxFFy7/VbI+bcyfwzrQvzodZLo0zowhjGOw6YkJr7DUATpalfr2Qzi3CP/BsqkYp1JOCQe3hSlpeFNVnyjRFITme3vMS3PMmFeWG4UgDdubD9nI25KaG9SfjvfdURMz5g6Zcqup05gXvz3XqHsfa4NQZmn3wLz5Nte2wV/LrXBHLZISYKi6tLlUjzbX3qpyyrQDWGZ3dLFsfMiUQ28r7hBOBMSFuXt+QXmYb46UNYjVQAAEABJREFUEhPhsOl66TyboBj9DZT8TIt0hMTDmyLiQnwoJC7eWNF755CgQG+ZdXfPdZmiN6bEFq3jBDdzuKmjvUnhcC2JOPKM+9DTvYkIqM2lEagvQRl03u4fu3RdmqcYzUWVmWeZrFtHSFiUNnhKk7VLXvNvgH8LybBy5+sJjJbjKeXZZYQes1S4kcgqzE6zUgTqh0A9CYrfjOJnOeqHV/UWuRfmlr67rr78JuQY/S3MQ+T1qZ2rQ8XtXIfVh/VBWC1pIQJ1I6hL4Vd43T9zC9FOqxKH+tYGvozenCC6pSHwuNNHcLNJam3AxS5lhytR3YJd30dYAJBGNx2BOhHUK1kLN4UT401HdVb7SVKPf+T7917NmjRfH3fsVriyKF+tKbEkKXrXItV18swryvP6UeBwZRjiZqQi+5v6jNv1I60ltASBVRPUubADXQvvyOPOrrCjbgmwc1WDGNCDLLtyLbuQc2Gn60gv5PLYbM2mxdC7XgtJ5sUfu8yvG7x1eeluiphnvm51sVyVSvsXb2ORGn6duTqg2p9T7/cdf2H5z//L/4XWggWCCgNHEvyHmZSqh52Yv8gbMfJcwvAnkBI8ps4eiGmxpY38PIOVl64eWUcJq+mos/KPw8Ur83xT9h8UPchfNn031EmseIefrT0Z814cMXU2Je50K8cGOMZ1zTqyzEnLqrymJ/K40wO53EG2byAzeFTwKvn3txbGf3sXSC+5fzus56Lt6goZ/tD+qzZ+Pwyd7cD/pTKfbpktV9VeJgJWjmVRGYT7yzR52WV5bkjtH5094T/MpPAO/HHHgEjyhWTDO/80WQvpHUXpmT+HaX7p7AvvJKuqLf/hWYdcuRNUUlxuGR3g+ONBNeXAXmL1uLPhyIqdKjtKCjsnkVf4434ZSdhFZ/0D2qk3IqbYiKqxIYEWYcAy4/Kv88hyYoz4N0hyJj4UEXb8VxiJeQSM8Lf447bw72/SWy+qU0z4VdaHWEZE+4NrY9pNYdtOtbGgrdHOrCf/J93/0o/lnq+q0mbNSxFYIgJeJWWRbPjPlibsROJC9DgfAsSVnWrcibrOqbMr8TXjJzvc+Upqbir+DZJEYkzY8XPIdHSNzryuf4tsO7bhyFa07VQbd/bczSTr2dxWUssVgZkQqIagZipSlRUBRUARUAQUgWIElKCKMVINRYAIqCgCisCSEVCCWjLgWpwioAgoAopAOQSUoMrhpFqKgCKgCDQXgYZargTV0IZTsxUBRUARaDsCSlA1b+HeO3/DPcz3fmevlya/3+31Wv6wXs2bSM1TBBSBa0JACeqagF0kW0dKH+7u9j7snMjat69i5Vj4mYU0sfadDMI/oHvR+3D3sPdhh++sm7F4VVcEFAFFoH4IKEHVqE0cMf1+d9+RkthfYdoWpOy+LmIfQvk1SOoMokQFMHRXBBSB5iKgBFWTtuthqA7EdCbWPqvApA7yIFEFvXc7mzjXXRFoLQJasfYioARVg7btYTgPxPQOpsALwm91+z1ZkxOdo6oOUM1JEVAEloeAEtTysE4tCZ7TPobmOJyXGl9B4DrmqAIlqQqQ1CzqiYCVl7KoVPky4Hqi1Eir2k9QNW6WHhc0lBrSM+9FzHMx0pU17ycnPDfmkRjzSkTOIXn7uiMpHe7Lw0jjmopA/A7DRY58j2NT699iu5WgVtS4Q48G3lOOAUbeyEDuHD741IPsH/78OTj8+79OnPD850+Hhz9/2j188JnzTE+RUx5RrWO4T99+DZB0VwQUgWYgoAS1qnaKvuOSNed0KfCOQEj9w0efS30rCyR1IIPb20JSy67TVo/zXdnxuTFccNGD15f+PNaOn5U4Wp244/cmP9CW8/yWK2tSn9cZaaIy7vacbR92Atg58+dVojKHeUw+cwbcaH9WHecN540KbO07u6fK3OnTpnnz1nSKQNMRUIJaQQv2uGJP5F5G0ZcYwvPhGc3s7Rw+Ci5IavkkZffYmWeUnRrsOlB0+vDAvkDhNfJ/MSVWjqF30ft952CqU731bVsQPyURSSPLlN2T/pQ+85hIw7JYprjnxew7Z5cIsaVI0UYsYHcfcuLqx+fKjEzXj8v+UT70LMuDZBJyUZmM75HwPuycYej1D1ynYyrymjb1PuycQPSxAQCl+81CQAlqFe1t7W5OsbscwsuJL4xyJCUG81apqhjq+3epzs51/iQmdpRRp5+aYSJwXaw8Qae6lA7VddprciIsU2bferxRWPt2gpSvIeWfObPyRCKymnkZ/9BjOhESnkgH5ZbZaRsfG9AVmWXQUp16IFCBFUpQFYA4SxbsoKCfdXf/0Q3VQWHhffAXktBlej6WcelRw1BnJzt/kSxbh5qph3WEvgYB7ON4LXsPnhoyJrGwLJzOtrv09JZEOrOlHNO+58gYQ49joRkXDtNByKFHEk6GVm7wFjwuXZGZC5FGtgkBJahlt+b3sJdZpJE9qWjjcJ9YySKILXpHkrElOtL1DJVywdY+c15OOe3SWi5PK09KJ5hQjMhp/vQT2dFrPEaexUN+g/AAafMw5Q3FR+jk7W1Ykblp93b89sv2Rl5DLjPOvr69CfGLRMTUxmbBpgQFEJa6G8nqyE4xNMe7a6lsC2/vY06mmypy+yKtHM7J4C6d8195HWmcNO5Q2almrSDcFyubMrXNHcC86DnNlQEXI8CePHK7BF5vJF7Wb8wj6L8UkVNI9m7lMJf0OZwoku458Rket1rz88bhg88+xGAe8icxAjskbcMwrZDspKHbEzHhcetFbm/Xpn04p+vJsRSJ2PS/0RVVRAlq+cCnD5mhg6vaFHpRJL1UeRSkEpR433ZhR96w16VYeRktf/8cd6jsVDcZJuzYRS7laiPRVeYZIts82xCdvTvP0MiLDA3YbJ6DHDaAV3+0rJ9L+R9+3kP4dlQ/IRmnZVFAGjbDc0aZzH9itSbnIWkHCuLjAzhM7fdKeW1TyTRAEWgOAkpQS2wr10FmledJICvenAeQ3YHTulN00tuHKR0qI7kknh27DG5vyvjd/9ykwnwLBJ6beU6PAyRikjKVbmIFYCL+EulBsp/2E2FTp1H9PvsTdUvqZZNGuhd56fBK5jBxjvocCG8IJsLdpTW77qg/S0dAC1wOAkpQy8E5KiUMM8d3cbe8coKSNZNxl+/MBznd9tlJu6ucn6Hn1s/pyHNSzxIF7+PB50128vQ48lIObw7Svdc1zy9Kn8wbbdXHdbonNRtplHrGTThUO+6Vonju9iF/VRSBtiKgBNXWlp2rXpYdb3rKgfRIPOmRGaHfb/MOHx5ORvwiwZgbIjGVziLMqBs8vVnIaVSekYxhS/vQzeNJqW1rSJy5yhHuJvUGpkz63Mw1UhGoMQJKUNfROFl5huJL+ob5j/SIZYUOO9X0CVJ24hNzJGXsch2rMSSpMurldWgP5obKJ4CmtT38Tu+etz8dWBwCL4qEkU6+t/6d0s7mIjXXgc0gunFtkHEPw31jQ5ju+u//OhnX1CtFoD0IeO2pitZkIQT4toesDObsxJnd8I0Y6R05FeaRGe0Zkm/aPNjlXN7TyGaTTg6hTVm9ZbkycpTy6sQ+7H3YOdMFD1eI6JkiECOgBBUjsYxj9kIIrnRbhgXZZViT0qlG6ot14sjDCL0NqWibnVSyyTedYMoaam359IPbJKgsou6Ida+KAlHd3e/9frc3JNWyllSpp3kpArVBQAmqNk2xYkOs3ciwIH0xQIZyanAo5RYDSKmtPCkUZ7fJ56LmFcl+pm2qZDfcueZxmDFvOBdEZZ+5j1euffsKz+oEZOUIaypDDVAEbgAC3g2oY32q6Hnp8xCwsFfydTlQbd6e7Tmuui4dkMyLuUUkfVVgRq2cJ7rmcX4q/6Hfq/RbICtHWCCr6EW8GW9zv0qiZ4pAexDwZq2K6s+PgOugspLnDLFlJdHw5iHAv4HDB5+3xZhHkv1CX0nZ1sXKExmEf/R+vzvXwo6UPDVIEag1AkpQy2+ejLtn26/aFM5j9OCZpco7f6Pq8jLzy169mJlkSRGnYqQrVUsoB1KwcfFIvDJPSFbRl5FPC5JF0dE7Dk+iC/1VBNqLgBLUstvWmKwFA1skkkrN4WuLrBxLmvyf/9ksWdZMw1ipeXpStiy53m0q9wsuF69cZlyS78jq50+79KwgRhxhmlewNmtRBaIEfy/qSREIlfYioAS17Lb1zEFmkVZKPRMjJTZ6T+jodjNUzznUNBaXM0+08MOgVnxZ5fb9dpa3sb1Ks7LKjgjTERaJ/Sn00hdW0JNapicMQ3RXBJaJgBLUMtFGWUNiyBrKuYfJ8GqG+tb+TSLMWL5upucwsjtxkTDMIjrUKH/v/X63B40OZGW7W0EnkuaNrM9LvkyHtgpSpcKFDPCoDty7DUXSSSr1oeCVQa0FXyMCNzFrJajVtPo0QVzZsc/O7+py9rOe+5ifzXpP26UM/kLyGst42ImnE6eVJ+5FsmMpii+cF2dtXl2LM6lKw0ggadu85Bu9OonDn9PyP+HYak1iByKzKVJq+b1rGyN8jkqmttSHgqe0NEARaCQCSlAraDZ3VyySTgYi0Qfpft+Za1jMkRMIJbNaVvZdh5emYCW9ExRsa/zekT/bwopb30hOK/WeYHm8T5GyiwBWs94QkHDE2ixP93TyhbrD6zQPqOPycoYU/qTbX5hMFRSB5iKgBLWqtlvzsjo4WrQuVo57v9/dd14IQwqkB0LDHfoZ0j3JUT3lpzIy4/NXn23J2regTIdKm3v04qzk2ZJpxnVEcF4H+aY/dDwIg7IkxboJyBp5ZQyfCklZprYsD2gtZbh1KjEDzGw3B0xSvdDj48cbVUTKYEC8qm+FeXIMhSMIZWyuSkeq2LwqMtE8Zkcgmosyz3NTYhIcpPCVnT3Ip4+jH+vzvIf5Hcg+4khMx4jL81YuJZ8Uxd3pR8udkVXqDpKSE/fmhXc7nMAfUyJ59T7c3YXNtCdJTmnzP2Npl3JhJGsRyrqQpD7s5N00SI/xa99ORCT9pbrwiofeMVSm9oOpEBfAd/EBM3ee82Ntuu2eoT05CauLMnufz8yL/95TKYkB8KoO/cVyMk+/BebJt71lyWLWXqVWgrrCYulnhw8+7YuRrM96X9ljhZ39a7Hwqj7suLkMnmOY6R3kGRTziAnR2I3pR6SI87z9+1/YEeYRyrrwo4Zr8gUd9gUkXihwBs/ii4j9FdmvQ+KdQ1vMM75e2dF5UdkETJtfoz5nPXh/joRBSO5IT/bDzhkMfw3JxjrnBsCVnflgrv0V5QYod3QDgnLcHpH+Du9+00nx+18Y53Qb/KOmKwKpCChBpcKyvEB0XH3J7jSrMORSjHT5rE2ZzNz8VPE74+Ks2KnHiwQyOm6zh/LZucdpVnoEDruwJ++moAPyfwKdFzD0tTvSkxXJqB+0ov1p4Q3A4C99qF5C0vZ7cnUDEjjC+rBzEpG+EOPpNFZeuvaajtEQRaAVCChB1aAZXacp8hSmZGtTNL0AAA2XSURBVHVeiJprP8Wwng8SnOku23W0Rrg8fDF74B06L1HqtQGPvsC2iqwiRk9zhvZGxTgyid7FxzSj8JQTEhIl3WuKEpwOv7QbXemvItBCBBpBUC3EfapKroMb3N6sqONEB2ieI89tRzZTpRUHoBMPSG7QPIXMsaP8nz/350i4lCSoX1/4iqGs54vKWfFRBrINnA/KqYu49mA7i3lfNs20HtIObvuO8KYjNUQRaA0CSlA1akp2OK7jHMgdscLVNOezmYeOC54YOsyNKjwXdqbIaxs20LsrR1T0TGB/FeWj3Gvd4bkeRg/BmucoaAaszXvhsOmDzyCJzzMPX7p2fvCpxzxkNqJiG8Bb+9RjHqKbItByBJSgatjAXE3H5eAgh03cod8R3umTsNJE5KkY6ULXgBT4WfDSd/Nlq468DyDbzhaWRzsEnbTIRyEh8Zo2Dm7/QIKl/WN58y0VsBG63TFZ83bH9JIXoRyM6cbp89LI7Bs7euC2j/pFWMf1Y71YPwrrR6ENrCPIBfUsOWyabRPzQNk9kOQPrq4sg8IynQBjd22ew5v9CTbO5K1ll6wxikAzEPCaYebNtZKdPe/0HWE9/Lw3dXzw+YAd3TIQcrawPNrBTpoeBIbxnE0/fzpkZ59mB8Np45T8/V8nafoMc2X9/DmYJQ3TLSKuzLh+rBfrR2F9KbTnUXCxSBlpaUf4sAwKy3TyqeewffBpn95sWloNUwTajIASVJtbV+umCCgCisACCKw6qRLUqltAy1cEFIGFEOgNnw1c8BgsZIQmvhYElKCuBVbNVBFQBBQBRWBRBJSgFkXwJqfXuisCioAicI0IKEFdI7iatSKgCCgCisD8CChBzY+dplQEFIHmIqCWNwABJagGNJKaqAgoAorATURACeomtrrWWRFQBBSBBiCgBJXRSBqsCCgCioAisFoElKBWi7+WrggoAoqAIpCBgBJUBjAarAg0FwG1fA4ENnq/7/jLlDlsvHFJlKBuXJNrhRUBRSAFgS2xcizLlBQjNGgcASWocTz0ShFQBBQBRWCFCCSLVoJKoqHnioAioAgoArVBQAmqNk2hhigCioAioAgkEVCCSqKxpPOuf98mZUnFphbj+/6m7//NT4rUeZuwDYZvJG2Pzv3NCTW9VAQUgQYioATVwEarwmTf/2uv698/M+J9MRIeJwXh9r5/f08SG8ICiB2X7kFCZXTa9f962J0g4fvT+U3kNU7acXoSzijjxInv3+9D58SI9zVpe3TufUHcmQ/ylcTmg4i7E3YVXU/anchOTxUBReCaEVCCumaA65g9Ot19I/YdbOtAUncrtoQXYnqpicX6k+Hl8ptMNX3t+/5G178PYpLXiN2CZO5BEJxlRjYswke9I1LuHnRRf7ThXsOqoOaKKAYzIqAENSNgTVf3fX/bijwrqocV77BIB/Hr9EpwHO0+PDNcrEMmdlOC8CaSTFzC9g0jXiAiW5CC3VKvQKdJ0be2jQhI2TyB1SXqDy3dFYGGI+A13H41f0YEPPH640nMeyvhD8fBkaHg/Cd0hK9EBpMd/MZ4uujKk3DMizIT15FW8a8Vr5smIt9P4tRG1g5kipzsG9pM22OxYh7ZSBfqyf37iZ0oJxnL88n4UEKWySgVRUARWDIC3pLL0+JSEPB9f7Prdw+6GLqBcG7mhEM4PoZ1YvWuf59zQCPx4QnFcTxCf7+b0PEjT4ZRY2JFtiWx4fogCIKLOAjnJ0fB0S6Oo7BhXOpdO9JPDOeZ3lCfh3P+lJEg+C8UmSaRbb6rr32YzAtlPz0OjvtIOCIxwRYE/zwMkB9Ox3boXTA8KWMKuEjG8RxBG90ErrgWfzj/hXDrwy5KN6HDtqBeLLxOxsfh8dFHW3WjebuzbjRHdtLFNcOpw/RGwn2ex4K6cw7O/T34sCEO16Mi0CYElKBq0JpGvBMRkxy62UIH9MJgOAudz4Zcbfdw6sSb8ISgz2E7FxfpDJAnzqZ2e5YMMmL3ff9vEyST1Eg9/5gI3YKNm7wedqjrPIeQnMbKQtjc+2R9kdHHIDg6wPGa91vEf4QryGLPCIfaZEjYjKfISMdO3wTwpmAUnzS463cP0AaYD3TkG88JIm/70Ay90WF+CEumFOoO83Tlj0XqhSLQBgS8NlSiBXWIO/XJqmyhY95jIDqpsc4Y1yNPJYVgToMgSCUHOz301UFHeNyF9+bDM/ATXhvLTRN00MF4uOcIzhtbHGEndISd6XiyxFU34YHE5yCDkddgpzv9g0TypZ3CjhdVFRa1m7sxSWZ5GV9YMZMYxlE1PKpJikD1CHjVZ6k5zoHAKTojzJt4XRHzXhKbFXnmgzSG3sKo84JKB+HOc/EkdASBMLcbkczOOxq2sm9kettCutdGvDMSlSS2uJxEEIf/TuNrI9aVb0XcUbDZcossoDna7+FsTJAfPQ8Eu51x7iT68VIJOIpbyi/rD0/yO7GYq8DJdhOxnE/btJgTRN2fioSHzBjXu2ib5zy/EupG83aSmKe7itczRaD5CHjNr0Lza2DF2w2G8yZWBn3UKElEuLzlOmp0UmPEA++qh0hBZzYiBl6Hw46N52lyjHkb5PUScRPlIERkHXGv4b3suSv3c2vTHYY/IYYkoRMML3EwPjbqjIahWB9EtHK3Yh4dB0fbED8Igoyh1HmqbtDOa8zzgjckyNuRH44nITBP5mjEnAWYZ4skcHrJeD1XBNqAwLIIqg1YXVsd2MnEmaMzQmdj3Z1zHBbfaYcpE+VDnYR3Yd4jj7NheObhKDjasxJuGhHemZ9PKlqRF0PSmYxy1+H48FMHZNl3Ee5n3At0QQU/sOPlpMCGg0SyCRvtRiJumacfA9xMVFFgiDnGiXzgxdp3Xf/+2X3//u5EnF4qAjcOASWoGja5wd1xmllBEJB4Pibitnz/r86LisOs2MP4vOiI/C6OgqP94+Bo08IrgP6YRwXSGcsb8aN9spO2In0Zblc22LNhkDv4vr/pTlJ+jkCYk0IvIqE6lpcZLiBIxDfuNIAHZERephjesSK/gqT2U+I0SBG4MQgoQdWwqdE5+UmzwsSdthU5kMRmxE7caYelCSqRjQTwCtBZjuWN+KGXEmYRy0foxDtXlQ3PQ2eDmSLa8aHCoXKpgxFxecpoM098398eXV7nyeJ5D3GczoikbCW8I+LmBcduEOxw/nE6lYYoAjcDASWoGrQz7pRHJDPsdO+Nm/V95D0MvYpkR5bQdcN7GCIcT528Yv4obw/HMdLB9QY6RD+pG4q4cvFHMqYrw22aNFwEhsCCXBuc1ow/YfTAbLLeYkDcvn+/LxOb7/sbvu+n2jyhel2X2yh/g5njuI3jaG4O51N7EARnx8FxH0RFm5OkD91bTI/j+G7FpIaPa92QKysv5aaKyIG0eEPf0+LaNaRqFsM5Xb97AOLYN+h0ZXxjh3+WDDIZf5TIp/CPFcN2PvT4jNWXLuY6IO5hTyMey0h2pCCD8FBStgBDUwwGaQQ8JgW2paZJ6qSdww4+oDwlwGSP+kEQXCBvd87robgFHUh7AXH1wPHEiPcV9ezLkrYYj0RxsMs76fp/PTTT7Snx5vv3+bAt55v2fPcs2pqPOEdsOA737xlkbx92h0vzh4o39nD48PPejZUHnw8KGr7R0V6jrW+V8eYJiIMP264nqnVpJdxNXLtTEMO+Oxn/OQ8wTDceNH1lxbATjCM4LEcPjJIsFzekshuAFGLFtCPiuYLtPBkXFqwgTOrOen6E+TIj8iolHW1nHSiOZK1Isp5y/Zt9M1EGsLUPEUbbcLjafd/f5BWGZ30cOd+EGwa+Ud6+w7WzH0fuH4cYSxDdFOCmgcEjYX0powA9UQTahIAS1Mpb03Vskx0PrSI5+XEHxYBYEEZv5zS+5hEd9wGPFci5FfMoCK7e0mDFbmbna4NE3GkQBLQtEXR1Gq9GvAqZ/QwktWuFz4vJWP1TclrqEBgw4o1Emk3naBuulEyYeGuIp8mz8aOdWAhiRViG6KYI3BQElKBW0NLsYK/EosMNN43Ic4hbao2O6KmVcBOdPT2UKQv9aHHAsJNz0ZfwXNK8KheZ/DkO/tlD3ndYBstLikXHfxwcodx/HibTWLH7jIslGXeMuZPj4YtmcRzrcGHTQZyGR17HaXldRpJp4rQBvAmWZSXki21HuMV1sSBYxCXxiZNOHSdtmFKQyRfMhqkkgba6QJkcPn16ZYewHbdZBwtsYxHkyXKiOnjdWD8+Ip+fEOczT+rFwpsGxN2J9YbHCfKLtfWoCDQfASWoFbQhO9grCS4CDKUdYfgKskdhR8SwNNN8/689E81rjIaO0FHtZ+lLygbdM5bBspJCm1LUBfonjIslTSctDOlQTvIFsFfeVZxX8fEqzWQZyJ8vtt1P1oHnAYY6EXcxqZ92HYDskjKpw3yS8bhOvWlgOsShLY8OjoZL5olxFBYgfAyHkW3MO9aPj0HOw7+IO4v1hsd9lq2iCLQRASWoBrVq179/YqIPDY7ICeaf4w5dOykAoftNQ0Dr23YElKAa1cLmbMJczlP1cFc9uiOfiNdLRUARUAQai4ASVIOaDt5TkDD31ErIeYrMIaeErp4qAoqAItA4BNpMUI1rjCKDMZQXGJFXXARwHBxtw3NScioCTeMVAUWgsQj8LwAAAP//J1UC6QAAAAZJREFUAwDm/ecZjT5Y4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9" name="Picture 28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219456"/>
            <a:ext cx="2386584" cy="758952"/>
          </a:xfrm>
          <a:prstGeom prst="rect">
            <a:avLst/>
          </a:prstGeom>
        </p:spPr>
      </p:pic>
      <p:pic>
        <p:nvPicPr>
          <p:cNvPr id="30" name="Picture 29" descr="ibm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2" y="509969"/>
            <a:ext cx="1344168" cy="43186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088880" y="128016"/>
            <a:ext cx="2231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 smtClean="0">
                <a:latin typeface="Baskerville Old Face" pitchFamily="18" charset="0"/>
              </a:rPr>
              <a:t>In collaboration with</a:t>
            </a:r>
            <a:endParaRPr lang="en-US" sz="1100" b="1" dirty="0">
              <a:latin typeface="Baskerville Old Face" pitchFamily="18" charset="0"/>
            </a:endParaRPr>
          </a:p>
        </p:txBody>
      </p:sp>
      <p:sp>
        <p:nvSpPr>
          <p:cNvPr id="28" name="Google Shape;88;p13"/>
          <p:cNvSpPr txBox="1"/>
          <p:nvPr/>
        </p:nvSpPr>
        <p:spPr>
          <a:xfrm>
            <a:off x="539496" y="1529935"/>
            <a:ext cx="11073384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 smtClean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Git Hub Link for project </a:t>
            </a: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800" b="1" dirty="0" smtClean="0">
              <a:solidFill>
                <a:schemeClr val="tx1"/>
              </a:solidFill>
              <a:latin typeface="Poppins"/>
              <a:cs typeface="Poppins"/>
              <a:sym typeface="Poppins"/>
            </a:endParaRP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 smtClean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	Example given Below :</a:t>
            </a:r>
            <a:endParaRPr sz="8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 descr="data:image/png;base64,iVBORw0KGgoAAAANSUhEUgAAAagAAAClCAYAAAAJW2mqAAAQAElEQVR4Aex9TXLbSLbuScjx2jOpNlCUVyDVTH4Tg+6edZRNR7nf1PQKLK/A8gpKXoHl6buusOyKO7stwZO2405KWoGl2oClmfuGibzflyAokMQfSYgEoIPAIYDMk5knv5Tyw8lMAJ7opggoAoqAIqAILAEB3/c3fP9v/pX4G3nFKkHloaNxioAioAgoAgsj4Pv3+13//okR76uR8PhKvK8MZ7ykbEpQKaBoUEMQUDMVAUWg1gj4vr/ddcQkr2HoFuQS8jEhvN4yIq+hF/jwsBA32pWgRlDoiSKgCCgCikBVCIBsNo14gYiQmM6tyNPj4GgD4idkg+HQIVHdM9BHutGwnye6KQKKgCKgCCwbgdaXZ8Q7FJF1yKmVsCfinfnj80/biJMgODpA/CbOTyHwplw6nCKF+9UfRUARUAQUAUWgIgSGc0r0nC5BPr4nXu9q3imeg/L+6Pr3L3wMAwZBcAE9kJg4T8oHkdEUjz8qioAioAgoAopAVQgYkV3BhuG7XZIPTuP9I+JeUhBwDlk3kacl0DtD+L5gM2JdeiUogFHHXW1SBBQBRaCJCPjRQgd6TzA/5DAfjtEOAgqOgqO9I4gVrx+FSmd4lFBCR1Ai9iHDPP6oKAKKgCKgCCgC1SBwy80tIa+P8IoucBztVuwmh+8oRsI9ibaP0UFkqM+5KPEx9KcEFSOjR0VAEagIAc1GEchCwDwBMR1ToHEP8tFK6IbzcB7vQ1K7taEEFUOiR0VAEVAEFIEqEdhIyQzekn0Th2PI7xBe00l8PTwO030/U4IaIqIHRUARUAQUgcURCIL/Coa5bGGYbkg2UQgIKTgOjvs4PmeIFfmVw308p0B/E0fOX12CuFZCUChfd0VAEVAEFIH2ImDes26eeJPDdwyWo+CIiyHgTYlguI/nwg36fR5FrFtc4UUX+qsIKAKKgCKgCFSDgBXjSMeK7Pq+Hy+aGMvcirc3DNi67993etB/wTArawc8evxRUQQUgZIIqJoioAgUIhAN8zkvis85BaGYEyteN5TQEQ8zoI5FGCUUuTDiuaFBI/KKcYLNg+iuCCgCioAioAhUioCVQR8Zcsk4SMoeeBL6uJ7Yv2OeKfRBSq8RsQ45Da+Wn4sSFBDRXRFQBBSBG4DAUqsYRK8vAilFnhSH74x4X7r+/TNIADnjNcMFG0jqlQWJMR0u3a4E5WDQH0VAEVAEFIGqESDZHAf/7FkM5YlYLi+/RBl8cwSfgeIR1/YN44+Co13qI360K0GNoNATRUARaCQCb8+t3FT57czN29S93TindBwc94+Dow14ST+QkHjk9THCGZ9WByWoNFRuaJhWWxFQBBSB60aAXhIJiceispSgihDSeEVAEVAEFIGVIKAEtRLYtVBFQBGoFgHNrY0IKEG1sVW1ToqAIqAItAABJagWNKJWQRFQBBSBNiJwUwiqjW2ndVIEFAFFoNUIKEG1unm1coqAIqAINBcBJajmtp1aflMQ0HoqAjcUgXYQ1LsvG/IfX/xcefdl84a2sVZbEVAEFIFGItAOgvou22K841z57vVFN0VAEVAEFIFlIrBQWd5YanoZRZ7IVPz5nvxHivx2vjvyaP7/l+2xcvRCEVAEFAFFQBEoQMBz5BK/x2rgfcn1QlK9FHkhJkWs/DrKy/P+iN6V9ecJjgfy25994bBcgXEarQgoAoqAInBzERj3oK4dB7uFIp6Ita9l4J05sqLXhkDdbyYCWmtFQBFQBLIQ8LIilhDOj1M9AVF9AVHtL6E8LUIRWA0C8QhF1rEhb6ReDXha6k1GYJUElcT9mbz980SH/ZKQ6LkioAjUGwG17roRqAtBoZ52SwZrgZIUoNBdEVAEFAFFQGpEUGwNkFRoDnmmoggoAorAEhE4FysvlypLrFxTi6oZQQFGa+65VX44bfiu5isCikBTEDD2TP7R2VuqNAWbFdpZlqAuxdiPuRLffYi8GumJOZ2rbtbuzZVOEykCioAioAi0BoFyBGXsifyy6edKfPfxuLM70nv847Y87hgR80hE3kDK7h3Rh3vLYqV6ikD1CGiOikANEChHUIsa+vjHQxBVX9bCO1LWqzJeT3RTBBQBRUARuLEIeEut+aM7Z7I28FHmOSR/N6KvRxLdFAFFQBG4uQjMSVALAPbozoUYUzzHZOzGAqVoUkVAEVAEFIGGI7B8giJgv/x4wIOKIqAIKAKKgCKQhcBqCIrWcFUgjyqKwJIR0OIUAUWgGQisjqBWhc+7L5vuMyDucyDne+49gHwXWp7wcyJv/+yt5C0XtJdvf6cNeTYm46g7ki/RhxyX/fZ42j36NAtwju15e34oSVvj80VWbbJubB+WEedXdHx7vu/e5M80Li1wos2r+rvUchUBRWAKgdURlDWbU9YkA6w5S14ufG6kDzKyEn9SxH0ORF6IyDPhw8F5ws+JiH2HtF+Rx6EjOCS8tp0dLgn07fkZyvzi3v5OG/JsTMZRdyTesfAzKQOPtlv3zkN23qMOes6OmTaSgGLyjInn7fkFMLrCmWWPbBHi/VCStsbnRjZk1o1lsy6sG9uH5cT5FR3Z7tSnuLTescM6eqHrmSPRt+cHjsRIYHkEGttBW9KkqF7WbLvy0tKmhv2pH98swrQJ8VbmeHPFRBrxDppQ1Xlt9OZNuFC66E61k5uHkROpdssvr3xZD12Hz44jr9Mqn9+4Ju/o+SkSEqhIVTYnyrBbws571EGjY/7ule/w2BlHxPnV4cBPp7hOXiLiEVlPFHY9pyQM2sCyo7pUXU5HonyfiKubfSdrJvuN+6HddPpMkybF1q3npp/Mk+UV56kadUcgfnZ0kWPL5/O9lbThwCtexeeF9X4nHzsNzwsqey0TyY5vdHcdolx/Jz9vw0ed4zUQZwmD6LXRU6PHI7IaG0qYqSqKgCJQDQJeNdnMkAvvwEWeFKR4I3xmqkCpBtG487WvFyYpkhPJTuzWgnVqb3KSE992L/KwvZXUmikCikASgeUSFOdVOCyTtCDtfC0s9rDS0q0qjHXifMw85Y/ISdbnSX4j0ozISQn8RrS3VlIRGCKwHILinAHnbKJ5lWHRGQcjzxviPY1XwHgHM6/yY8freRzKVHIaR3P8auBhIljJaRyUFl5plRSBCQS8iev0S6644+T9LMK5ApISV0VxzoBzNum5J0PfyC+d7MnopGb9zjsSev2ZzBp4rGtnpjQi5+5t8SJvJF4FlHyDPJ8vo8yYaW3VoyHhWYf1orfvi7wfYUSsiEtSRC5rW281TBFQBEp/sLAjnLyfRThXUI6Uomag5/S4M1sHH6Wc9fdy2MG/cp0X37Ruw65MibxExueQ8ruVXSm7RUOCRXNxcW6XOHnlXrb7uLPp3hZPrOLVP8k3yMdvnedb5CnGPEXa+uxJgkieW7mQyY0eprX7k8E51yBttOXjzsYQo97Y931ibOIj9YiRe4lxTq4apQgoAitBwFtJqclC2UmF4U/FnlMy0Vznb9DB/yDslNhBsVNnB883rf/jTiBT0tmD7qYYeY7SSBA4FO7lPxNivJJkZk5hNz9bsjvX0Gc4qPZ5skIIoEDMSPhrIfE2wPFKiH2a/L87J0g5vkceaZnhz0t3g+FI+04wnkmJq0UX5NwKD1z5rHOaFJqANk5LlxXG8grzVAVFoPkIeCurwoiYNn1J65yqNszKGTr46bt0Kdg45BiGfAN7OZJa86ibn2n0HFiJYSt0XHz7+6IdaL411ceG4YkjfL4YeJHcy3mkl8L24Q3GImUtkpbtw/KzpChvE144vLLST4azvKI8ryHe7m1v2L0df3myPfvD29dQb2ZpX9/ehPgqt0thQMyqEK+KTObKg8N/XFrtntb/Utypz1VIRYkcgZpyw49WtqVoC71ekQriL92nSRbt5JFRI3eubhTpFNpuw95SbnAKDclXaEfs7W0x4fHSRFBeXYDzpI8JkWMVKYeBVLN51WQzdy7rSPlE+DocLqiI5mUQVMOdQ4H0+opMM3azSEXEFhOUkb25PD5pyVbug5VvnOfRkiprNRQBRWAcgVUT1JU19KhIVHxH3FVozc68g0oMYl3zM7oUL6ymrPxy6hvr2WKv2t5wjOrbempZqxBYXWW81RWdWfIz90JTruDKVFlRxGAwPZE/qynR0FVRquBGe09Ehy9Q5TFbLtV7ygZHYxSBNiBQkqDMae4qpazVRqNw4ZLtNwCs3EIDvvInNHyAFUlqtLu5qAXtMVI88WtlcSKUxm8c/s2uhLGKUTY6GqMItAKBcgQ16yqjyVVHbjl3py9c4h09l1P8fBGHwfhgcCtgTlTC87YTVxmn4exLpTNyWkJw9UWUmYsMzc3GqHrUNUdFoHYIeEu3iK+H58OmIvSo8os38kKiJdn5ek2KDaXYgxLdFAFFQBFQBJZPUDHmfKhS5H18mXkceCUfaM3MQSPaiIAxOsTXxnZddp20vFoj4K3UurWwDPn0VmqjFl5PBMrM5dXTcrVKEVAESiKwWoJyT8Sb0wJbO60b5iuosEaXQCD6cGIJRVVRBBSBpiKwWoIialyAwWOefJcSD7/KNWzXkGWZoSmzdrPnqW5J8fsD1YMS3RSBtiOweoJqO8KT9bODi8mgqWtrS6z0m0rVngDnWRdUx9xwjArg0WhFoA0IrJ6g+K2pNiBZtg63pHhy3xidd5OCoV8+hlDHh7llju2a/gfmsESTKAK1QmC1BBW9VaFTK0Su25hHd+hBFTwHZrckwua6ralx/raYyMO1thD5zfofqPFfnZpWLwRWS1BrptzH6Pjgb71wW9Sa4odMPW9v0UIand6YYoys3ZMmeFFlXjL87kt75lkb/YenxtcDgcgKLzqs4Jef2eAwTXHRBd5GcQb10zBlXuP0UN7+ubiHUOrNFfVDSLxBGYw6MvAWJ/I6eKvlPsFSw4ZSkxSB60PAu76sM3Lma2z4aQ2RJxkak8FlOqrJNPW+5qc7REoQrz2Ye6iPnsXb80Ox8mu9wciwLhoKLX7biMgz+e3Pct/qSiuKr9PyvD/SoioLs6Z4VSI/zsg2q6xQzUgRaD4C5QjKehtCYplnGIJp6AnwMxpvz8+En9Qo5zlF6IZhOz87YaVMvdbFfdTxz/KeFDs5droD70xEHkKau2d/TmO8Tta+FtZ5PDT/iqTm/h7lRb5iBbFGiufTRDrCFySz/aT120fUkC+QLhL+DUO1BnsoHHIusrcN8edSo80rZ4vdcsQy8L7I23M7kzCN2Hco5xlktslgjt1X8QZxFFy7/VbI+bcyfwzrQvzodZLo0zowhjGOw6YkJr7DUATpalfr2Qzi3CP/BsqkYp1JOCQe3hSlpeFNVnyjRFITme3vMS3PMmFeWG4UgDdubD9nI25KaG9SfjvfdURMz5g6Zcqup05gXvz3XqHsfa4NQZmn3wLz5Nte2wV/LrXBHLZISYKi6tLlUjzbX3qpyyrQDWGZ3dLFsfMiUQ28r7hBOBMSFuXt+QXmYb46UNYjVQAAEABJREFUEhPhsOl66TyboBj9DZT8TIt0hMTDmyLiQnwoJC7eWNF755CgQG+ZdXfPdZmiN6bEFq3jBDdzuKmjvUnhcC2JOPKM+9DTvYkIqM2lEagvQRl03u4fu3RdmqcYzUWVmWeZrFtHSFiUNnhKk7VLXvNvgH8LybBy5+sJjJbjKeXZZYQes1S4kcgqzE6zUgTqh0A9CYrfjOJnOeqHV/UWuRfmlr67rr78JuQY/S3MQ+T1qZ2rQ8XtXIfVh/VBWC1pIQJ1I6hL4Vd43T9zC9FOqxKH+tYGvozenCC6pSHwuNNHcLNJam3AxS5lhytR3YJd30dYAJBGNx2BOhHUK1kLN4UT401HdVb7SVKPf+T7917NmjRfH3fsVriyKF+tKbEkKXrXItV18swryvP6UeBwZRjiZqQi+5v6jNv1I60ltASBVRPUubADXQvvyOPOrrCjbgmwc1WDGNCDLLtyLbuQc2Gn60gv5PLYbM2mxdC7XgtJ5sUfu8yvG7x1eeluiphnvm51sVyVSvsXb2ORGn6duTqg2p9T7/cdf2H5z//L/4XWggWCCgNHEvyHmZSqh52Yv8gbMfJcwvAnkBI8ps4eiGmxpY38PIOVl64eWUcJq+mos/KPw8Ur83xT9h8UPchfNn031EmseIefrT0Z814cMXU2Je50K8cGOMZ1zTqyzEnLqrymJ/K40wO53EG2byAzeFTwKvn3txbGf3sXSC+5fzus56Lt6goZ/tD+qzZ+Pwyd7cD/pTKfbpktV9VeJgJWjmVRGYT7yzR52WV5bkjtH5094T/MpPAO/HHHgEjyhWTDO/80WQvpHUXpmT+HaX7p7AvvJKuqLf/hWYdcuRNUUlxuGR3g+ONBNeXAXmL1uLPhyIqdKjtKCjsnkVf4434ZSdhFZ/0D2qk3IqbYiKqxIYEWYcAy4/Kv88hyYoz4N0hyJj4UEXb8VxiJeQSM8Lf447bw72/SWy+qU0z4VdaHWEZE+4NrY9pNYdtOtbGgrdHOrCf/J93/0o/lnq+q0mbNSxFYIgJeJWWRbPjPlibsROJC9DgfAsSVnWrcibrOqbMr8TXjJzvc+Upqbir+DZJEYkzY8XPIdHSNzryuf4tsO7bhyFa07VQbd/bczSTr2dxWUssVgZkQqIagZipSlRUBRUARUAQUgWIElKCKMVINRYAIqCgCisCSEVCCWjLgWpwioAgoAopAOQSUoMrhpFqKgCKgCDQXgYZargTV0IZTsxUBRUARaDsCSlA1b+HeO3/DPcz3fmevlya/3+31Wv6wXs2bSM1TBBSBa0JACeqagF0kW0dKH+7u9j7snMjat69i5Vj4mYU0sfadDMI/oHvR+3D3sPdhh++sm7F4VVcEFAFFoH4IKEHVqE0cMf1+d9+RkthfYdoWpOy+LmIfQvk1SOoMokQFMHRXBBSB5iKgBFWTtuthqA7EdCbWPqvApA7yIFEFvXc7mzjXXRFoLQJasfYioARVg7btYTgPxPQOpsALwm91+z1ZkxOdo6oOUM1JEVAEloeAEtTysE4tCZ7TPobmOJyXGl9B4DrmqAIlqQqQ1CzqiYCVl7KoVPky4Hqi1Eir2k9QNW6WHhc0lBrSM+9FzHMx0pU17ycnPDfmkRjzSkTOIXn7uiMpHe7Lw0jjmopA/A7DRY58j2NT699iu5WgVtS4Q48G3lOOAUbeyEDuHD741IPsH/78OTj8+79OnPD850+Hhz9/2j188JnzTE+RUx5RrWO4T99+DZB0VwQUgWYgoAS1qnaKvuOSNed0KfCOQEj9w0efS30rCyR1IIPb20JSy67TVo/zXdnxuTFccNGD15f+PNaOn5U4Wp244/cmP9CW8/yWK2tSn9cZaaIy7vacbR92Atg58+dVojKHeUw+cwbcaH9WHecN540KbO07u6fK3OnTpnnz1nSKQNMRUIJaQQv2uGJP5F5G0ZcYwvPhGc3s7Rw+Ci5IavkkZffYmWeUnRrsOlB0+vDAvkDhNfJ/MSVWjqF30ft952CqU731bVsQPyURSSPLlN2T/pQ+85hIw7JYprjnxew7Z5cIsaVI0UYsYHcfcuLqx+fKjEzXj8v+UT70LMuDZBJyUZmM75HwPuycYej1D1ynYyrymjb1PuycQPSxAQCl+81CQAlqFe1t7W5OsbscwsuJL4xyJCUG81apqhjq+3epzs51/iQmdpRRp5+aYSJwXaw8Qae6lA7VddprciIsU2bferxRWPt2gpSvIeWfObPyRCKymnkZ/9BjOhESnkgH5ZbZaRsfG9AVmWXQUp16IFCBFUpQFYA4SxbsoKCfdXf/0Q3VQWHhffAXktBlej6WcelRw1BnJzt/kSxbh5qph3WEvgYB7ON4LXsPnhoyJrGwLJzOtrv09JZEOrOlHNO+58gYQ49joRkXDtNByKFHEk6GVm7wFjwuXZGZC5FGtgkBJahlt+b3sJdZpJE9qWjjcJ9YySKILXpHkrElOtL1DJVywdY+c15OOe3SWi5PK09KJ5hQjMhp/vQT2dFrPEaexUN+g/AAafMw5Q3FR+jk7W1Ykblp93b89sv2Rl5DLjPOvr69CfGLRMTUxmbBpgQFEJa6G8nqyE4xNMe7a6lsC2/vY06mmypy+yKtHM7J4C6d8195HWmcNO5Q2almrSDcFyubMrXNHcC86DnNlQEXI8CePHK7BF5vJF7Wb8wj6L8UkVNI9m7lMJf0OZwoku458Rket1rz88bhg88+xGAe8icxAjskbcMwrZDspKHbEzHhcetFbm/Xpn04p+vJsRSJ2PS/0RVVRAlq+cCnD5mhg6vaFHpRJL1UeRSkEpR433ZhR96w16VYeRktf/8cd6jsVDcZJuzYRS7laiPRVeYZIts82xCdvTvP0MiLDA3YbJ6DHDaAV3+0rJ9L+R9+3kP4dlQ/IRmnZVFAGjbDc0aZzH9itSbnIWkHCuLjAzhM7fdKeW1TyTRAEWgOAkpQS2wr10FmledJICvenAeQ3YHTulN00tuHKR0qI7kknh27DG5vyvjd/9ykwnwLBJ6beU6PAyRikjKVbmIFYCL+EulBsp/2E2FTp1H9PvsTdUvqZZNGuhd56fBK5jBxjvocCG8IJsLdpTW77qg/S0dAC1wOAkpQy8E5KiUMM8d3cbe8coKSNZNxl+/MBznd9tlJu6ucn6Hn1s/pyHNSzxIF7+PB50128vQ48lIObw7Svdc1zy9Kn8wbbdXHdbonNRtplHrGTThUO+6Vonju9iF/VRSBtiKgBNXWlp2rXpYdb3rKgfRIPOmRGaHfb/MOHx5ORvwiwZgbIjGVziLMqBs8vVnIaVSekYxhS/vQzeNJqW1rSJy5yhHuJvUGpkz63Mw1UhGoMQJKUNfROFl5huJL+ob5j/SIZYUOO9X0CVJ24hNzJGXsch2rMSSpMurldWgP5obKJ4CmtT38Tu+etz8dWBwCL4qEkU6+t/6d0s7mIjXXgc0gunFtkHEPw31jQ5ju+u//OhnX1CtFoD0IeO2pitZkIQT4toesDObsxJnd8I0Y6R05FeaRGe0Zkm/aPNjlXN7TyGaTTg6hTVm9ZbkycpTy6sQ+7H3YOdMFD1eI6JkiECOgBBUjsYxj9kIIrnRbhgXZZViT0qlG6ot14sjDCL0NqWibnVSyyTedYMoaam359IPbJKgsou6Ida+KAlHd3e/9frc3JNWyllSpp3kpArVBQAmqNk2xYkOs3ciwIH0xQIZyanAo5RYDSKmtPCkUZ7fJ56LmFcl+pm2qZDfcueZxmDFvOBdEZZ+5j1euffsKz+oEZOUIaypDDVAEbgAC3g2oY32q6Hnp8xCwsFfydTlQbd6e7Tmuui4dkMyLuUUkfVVgRq2cJ7rmcX4q/6Hfq/RbICtHWCCr6EW8GW9zv0qiZ4pAexDwZq2K6s+PgOugspLnDLFlJdHw5iHAv4HDB5+3xZhHkv1CX0nZ1sXKExmEf/R+vzvXwo6UPDVIEag1AkpQy2+ejLtn26/aFM5j9OCZpco7f6Pq8jLzy169mJlkSRGnYqQrVUsoB1KwcfFIvDJPSFbRl5FPC5JF0dE7Dk+iC/1VBNqLgBLUstvWmKwFA1skkkrN4WuLrBxLmvyf/9ksWdZMw1ipeXpStiy53m0q9wsuF69cZlyS78jq50+79KwgRhxhmlewNmtRBaIEfy/qSREIlfYioAS17Lb1zEFmkVZKPRMjJTZ6T+jodjNUzznUNBaXM0+08MOgVnxZ5fb9dpa3sb1Ks7LKjgjTERaJ/Sn00hdW0JNapicMQ3RXBJaJgBLUMtFGWUNiyBrKuYfJ8GqG+tb+TSLMWL5upucwsjtxkTDMIjrUKH/v/X63B40OZGW7W0EnkuaNrM9LvkyHtgpSpcKFDPCoDty7DUXSSSr1oeCVQa0FXyMCNzFrJajVtPo0QVzZsc/O7+py9rOe+5ifzXpP26UM/kLyGst42ImnE6eVJ+5FsmMpii+cF2dtXl2LM6lKw0ggadu85Bu9OonDn9PyP+HYak1iByKzKVJq+b1rGyN8jkqmttSHgqe0NEARaCQCSlAraDZ3VyySTgYi0Qfpft+Za1jMkRMIJbNaVvZdh5emYCW9ExRsa/zekT/bwopb30hOK/WeYHm8T5GyiwBWs94QkHDE2ixP93TyhbrD6zQPqOPycoYU/qTbX5hMFRSB5iKgBLWqtlvzsjo4WrQuVo57v9/dd14IQwqkB0LDHfoZ0j3JUT3lpzIy4/NXn23J2regTIdKm3v04qzk2ZJpxnVEcF4H+aY/dDwIg7IkxboJyBp5ZQyfCklZprYsD2gtZbh1KjEDzGw3B0xSvdDj48cbVUTKYEC8qm+FeXIMhSMIZWyuSkeq2LwqMtE8Zkcgmosyz3NTYhIcpPCVnT3Ip4+jH+vzvIf5Hcg+4khMx4jL81YuJZ8Uxd3pR8udkVXqDpKSE/fmhXc7nMAfUyJ59T7c3YXNtCdJTmnzP2Npl3JhJGsRyrqQpD7s5N00SI/xa99ORCT9pbrwiofeMVSm9oOpEBfAd/EBM3ee82Ntuu2eoT05CauLMnufz8yL/95TKYkB8KoO/cVyMk+/BebJt71lyWLWXqVWgrrCYulnhw8+7YuRrM96X9ljhZ39a7Hwqj7suLkMnmOY6R3kGRTziAnR2I3pR6SI87z9+1/YEeYRyrrwo4Zr8gUd9gUkXihwBs/ii4j9FdmvQ+KdQ1vMM75e2dF5UdkETJtfoz5nPXh/joRBSO5IT/bDzhkMfw3JxjrnBsCVnflgrv0V5QYod3QDgnLcHpH+Du9+00nx+18Y53Qb/KOmKwKpCChBpcKyvEB0XH3J7jSrMORSjHT5rE2ZzNz8VPE74+Ks2KnHiwQyOm6zh/LZucdpVnoEDruwJ++moAPyfwKdFzD0tTvSkxXJqB+0ov1p4Q3A4C99qF5C0vZ7cnUDEjjC+rBzEpG+EOPpNFZeuvaajtEQRaAVCChB1aAZXacp8hSmZGtTNL0AAA2XSURBVHVeiJprP8Wwng8SnOku23W0Rrg8fDF74B06L1HqtQGPvsC2iqwiRk9zhvZGxTgyid7FxzSj8JQTEhIl3WuKEpwOv7QbXemvItBCBBpBUC3EfapKroMb3N6sqONEB2ieI89tRzZTpRUHoBMPSG7QPIXMsaP8nz/350i4lCSoX1/4iqGs54vKWfFRBrINnA/KqYu49mA7i3lfNs20HtIObvuO8KYjNUQRaA0CSlA1akp2OK7jHMgdscLVNOezmYeOC54YOsyNKjwXdqbIaxs20LsrR1T0TGB/FeWj3Gvd4bkeRg/BmucoaAaszXvhsOmDzyCJzzMPX7p2fvCpxzxkNqJiG8Bb+9RjHqKbItByBJSgatjAXE3H5eAgh03cod8R3umTsNJE5KkY6ULXgBT4WfDSd/Nlq468DyDbzhaWRzsEnbTIRyEh8Zo2Dm7/QIKl/WN58y0VsBG63TFZ83bH9JIXoRyM6cbp89LI7Bs7euC2j/pFWMf1Y71YPwrrR6ENrCPIBfUsOWyabRPzQNk9kOQPrq4sg8IynQBjd22ew5v9CTbO5K1ll6wxikAzEPCaYebNtZKdPe/0HWE9/Lw3dXzw+YAd3TIQcrawPNrBTpoeBIbxnE0/fzpkZ59mB8Np45T8/V8nafoMc2X9/DmYJQ3TLSKuzLh+rBfrR2F9KbTnUXCxSBlpaUf4sAwKy3TyqeewffBpn95sWloNUwTajIASVJtbV+umCCgCisACCKw6qRLUqltAy1cEFIGFEOgNnw1c8BgsZIQmvhYElKCuBVbNVBFQBBQBRWBRBJSgFkXwJqfXuisCioAicI0IKEFdI7iatSKgCCgCisD8CChBzY+dplQEFIHmIqCWNwABJagGNJKaqAgoAorATURACeomtrrWWRFQBBSBBiCgBJXRSBqsCCgCioAisFoElKBWi7+WrggoAoqAIpCBgBJUBjAarAg0FwG1fA4ENnq/7/jLlDlsvHFJlKBuXJNrhRUBRSAFgS2xcizLlBQjNGgcASWocTz0ShFQBBQBRWCFCCSLVoJKoqHnioAioAgoArVBQAmqNk2hhigCioAioAgkEVCCSqKxpPOuf98mZUnFphbj+/6m7//NT4rUeZuwDYZvJG2Pzv3NCTW9VAQUgQYioATVwEarwmTf/2uv698/M+J9MRIeJwXh9r5/f08SG8ICiB2X7kFCZXTa9f962J0g4fvT+U3kNU7acXoSzijjxInv3+9D58SI9zVpe3TufUHcmQ/ylcTmg4i7E3YVXU/anchOTxUBReCaEVCCumaA65g9Ot19I/YdbOtAUncrtoQXYnqpicX6k+Hl8ptMNX3t+/5G178PYpLXiN2CZO5BEJxlRjYswke9I1LuHnRRf7ThXsOqoOaKKAYzIqAENSNgTVf3fX/bijwrqocV77BIB/Hr9EpwHO0+PDNcrEMmdlOC8CaSTFzC9g0jXiAiW5CC3VKvQKdJ0be2jQhI2TyB1SXqDy3dFYGGI+A13H41f0YEPPH640nMeyvhD8fBkaHg/Cd0hK9EBpMd/MZ4uujKk3DMizIT15FW8a8Vr5smIt9P4tRG1g5kipzsG9pM22OxYh7ZSBfqyf37iZ0oJxnL88n4UEKWySgVRUARWDIC3pLL0+JSEPB9f7Prdw+6GLqBcG7mhEM4PoZ1YvWuf59zQCPx4QnFcTxCf7+b0PEjT4ZRY2JFtiWx4fogCIKLOAjnJ0fB0S6Oo7BhXOpdO9JPDOeZ3lCfh3P+lJEg+C8UmSaRbb6rr32YzAtlPz0OjvtIOCIxwRYE/zwMkB9Ox3boXTA8KWMKuEjG8RxBG90ErrgWfzj/hXDrwy5KN6HDtqBeLLxOxsfh8dFHW3WjebuzbjRHdtLFNcOpw/RGwn2ex4K6cw7O/T34sCEO16Mi0CYElKBq0JpGvBMRkxy62UIH9MJgOAudz4Zcbfdw6sSb8ISgz2E7FxfpDJAnzqZ2e5YMMmL3ff9vEyST1Eg9/5gI3YKNm7wedqjrPIeQnMbKQtjc+2R9kdHHIDg6wPGa91vEf4QryGLPCIfaZEjYjKfISMdO3wTwpmAUnzS463cP0AaYD3TkG88JIm/70Ay90WF+CEumFOoO83Tlj0XqhSLQBgS8NlSiBXWIO/XJqmyhY95jIDqpsc4Y1yNPJYVgToMgSCUHOz301UFHeNyF9+bDM/ATXhvLTRN00MF4uOcIzhtbHGEndISd6XiyxFU34YHE5yCDkddgpzv9g0TypZ3CjhdVFRa1m7sxSWZ5GV9YMZMYxlE1PKpJikD1CHjVZ6k5zoHAKTojzJt4XRHzXhKbFXnmgzSG3sKo84JKB+HOc/EkdASBMLcbkczOOxq2sm9kettCutdGvDMSlSS2uJxEEIf/TuNrI9aVb0XcUbDZcossoDna7+FsTJAfPQ8Eu51x7iT68VIJOIpbyi/rD0/yO7GYq8DJdhOxnE/btJgTRN2fioSHzBjXu2ib5zy/EupG83aSmKe7itczRaD5CHjNr0Lza2DF2w2G8yZWBn3UKElEuLzlOmp0UmPEA++qh0hBZzYiBl6Hw46N52lyjHkb5PUScRPlIERkHXGv4b3suSv3c2vTHYY/IYYkoRMML3EwPjbqjIahWB9EtHK3Yh4dB0fbED8Igoyh1HmqbtDOa8zzgjckyNuRH44nITBP5mjEnAWYZ4skcHrJeD1XBNqAwLIIqg1YXVsd2MnEmaMzQmdj3Z1zHBbfaYcpE+VDnYR3Yd4jj7NheObhKDjasxJuGhHemZ9PKlqRF0PSmYxy1+H48FMHZNl3Ee5n3At0QQU/sOPlpMCGg0SyCRvtRiJumacfA9xMVFFgiDnGiXzgxdp3Xf/+2X3//u5EnF4qAjcOASWoGja5wd1xmllBEJB4Pibitnz/r86LisOs2MP4vOiI/C6OgqP94+Bo08IrgP6YRwXSGcsb8aN9spO2In0Zblc22LNhkDv4vr/pTlJ+jkCYk0IvIqE6lpcZLiBIxDfuNIAHZERephjesSK/gqT2U+I0SBG4MQgoQdWwqdE5+UmzwsSdthU5kMRmxE7caYelCSqRjQTwCtBZjuWN+KGXEmYRy0foxDtXlQ3PQ2eDmSLa8aHCoXKpgxFxecpoM098398eXV7nyeJ5D3GczoikbCW8I+LmBcduEOxw/nE6lYYoAjcDASWoGrQz7pRHJDPsdO+Nm/V95D0MvYpkR5bQdcN7GCIcT528Yv4obw/HMdLB9QY6RD+pG4q4cvFHMqYrw22aNFwEhsCCXBuc1ow/YfTAbLLeYkDcvn+/LxOb7/sbvu+n2jyhel2X2yh/g5njuI3jaG4O51N7EARnx8FxH0RFm5OkD91bTI/j+G7FpIaPa92QKysv5aaKyIG0eEPf0+LaNaRqFsM5Xb97AOLYN+h0ZXxjh3+WDDIZf5TIp/CPFcN2PvT4jNWXLuY6IO5hTyMey0h2pCCD8FBStgBDUwwGaQQ8JgW2paZJ6qSdww4+oDwlwGSP+kEQXCBvd87robgFHUh7AXH1wPHEiPcV9ezLkrYYj0RxsMs76fp/PTTT7Snx5vv3+bAt55v2fPcs2pqPOEdsOA737xlkbx92h0vzh4o39nD48PPejZUHnw8KGr7R0V6jrW+V8eYJiIMP264nqnVpJdxNXLtTEMO+Oxn/OQ8wTDceNH1lxbATjCM4LEcPjJIsFzekshuAFGLFtCPiuYLtPBkXFqwgTOrOen6E+TIj8iolHW1nHSiOZK1Isp5y/Zt9M1EGsLUPEUbbcLjafd/f5BWGZ30cOd+EGwa+Ud6+w7WzH0fuH4cYSxDdFOCmgcEjYX0powA9UQTahIAS1Mpb03Vskx0PrSI5+XEHxYBYEEZv5zS+5hEd9wGPFci5FfMoCK7e0mDFbmbna4NE3GkQBLQtEXR1Gq9GvAqZ/QwktWuFz4vJWP1TclrqEBgw4o1Emk3naBuulEyYeGuIp8mz8aOdWAhiRViG6KYI3BQElKBW0NLsYK/EosMNN43Ic4hbao2O6KmVcBOdPT2UKQv9aHHAsJNz0ZfwXNK8KheZ/DkO/tlD3ndYBstLikXHfxwcodx/HibTWLH7jIslGXeMuZPj4YtmcRzrcGHTQZyGR17HaXldRpJp4rQBvAmWZSXki21HuMV1sSBYxCXxiZNOHSdtmFKQyRfMhqkkgba6QJkcPn16ZYewHbdZBwtsYxHkyXKiOnjdWD8+Ip+fEOczT+rFwpsGxN2J9YbHCfKLtfWoCDQfASWoFbQhO9grCS4CDKUdYfgKskdhR8SwNNN8/689E81rjIaO0FHtZ+lLygbdM5bBspJCm1LUBfonjIslTSctDOlQTvIFsFfeVZxX8fEqzWQZyJ8vtt1P1oHnAYY6EXcxqZ92HYDskjKpw3yS8bhOvWlgOsShLY8OjoZL5olxFBYgfAyHkW3MO9aPj0HOw7+IO4v1hsd9lq2iCLQRASWoBrVq179/YqIPDY7ICeaf4w5dOykAoftNQ0Dr23YElKAa1cLmbMJczlP1cFc9uiOfiNdLRUARUAQai4ASVIOaDt5TkDD31ErIeYrMIaeErp4qAoqAItA4BNpMUI1rjCKDMZQXGJFXXARwHBxtw3NScioCTeMVAUWgsQj8LwAAAP//J1UC6QAAAAZJREFUAwDm/ecZjT5Y4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48" name="AutoShape 4" descr="data:image/png;base64,iVBORw0KGgoAAAANSUhEUgAAAagAAAClCAYAAAAJW2mqAAAQAElEQVR4Aex9TXLbSLbuScjx2jOpNlCUVyDVTH4Tg+6edZRNR7nf1PQKLK/A8gpKXoHl6buusOyKO7stwZO2405KWoGl2oClmfuGibzflyAokMQfSYgEoIPAIYDMk5knv5Tyw8lMAJ7opggoAoqAIqAILAEB3/c3fP9v/pX4G3nFKkHloaNxioAioAgoAgsj4Pv3+13//okR76uR8PhKvK8MZ7ykbEpQKaBoUEMQUDMVAUWg1gj4vr/ddcQkr2HoFuQS8jEhvN4yIq+hF/jwsBA32pWgRlDoiSKgCCgCikBVCIBsNo14gYiQmM6tyNPj4GgD4idkg+HQIVHdM9BHutGwnye6KQKKgCKgCCwbgdaXZ8Q7FJF1yKmVsCfinfnj80/biJMgODpA/CbOTyHwplw6nCKF+9UfRUARUAQUAUWgIgSGc0r0nC5BPr4nXu9q3imeg/L+6Pr3L3wMAwZBcAE9kJg4T8oHkdEUjz8qioAioAgoAopAVQgYkV3BhuG7XZIPTuP9I+JeUhBwDlk3kacl0DtD+L5gM2JdeiUogFHHXW1SBBQBRaCJCPjRQgd6TzA/5DAfjtEOAgqOgqO9I4gVrx+FSmd4lFBCR1Ai9iHDPP6oKAKKgCKgCCgC1SBwy80tIa+P8IoucBztVuwmh+8oRsI9ibaP0UFkqM+5KPEx9KcEFSOjR0VAEagIAc1GEchCwDwBMR1ToHEP8tFK6IbzcB7vQ1K7taEEFUOiR0VAEVAEFIEqEdhIyQzekn0Th2PI7xBe00l8PTwO030/U4IaIqIHRUARUAQUgcURCIL/Coa5bGGYbkg2UQgIKTgOjvs4PmeIFfmVw308p0B/E0fOX12CuFZCUChfd0VAEVAEFIH2ImDes26eeJPDdwyWo+CIiyHgTYlguI/nwg36fR5FrFtc4UUX+qsIKAKKgCKgCFSDgBXjSMeK7Pq+Hy+aGMvcirc3DNi67993etB/wTArawc8evxRUQQUgZIIqJoioAgUIhAN8zkvis85BaGYEyteN5TQEQ8zoI5FGCUUuTDiuaFBI/KKcYLNg+iuCCgCioAioAhUioCVQR8Zcsk4SMoeeBL6uJ7Yv2OeKfRBSq8RsQ45Da+Wn4sSFBDRXRFQBBSBG4DAUqsYRK8vAilFnhSH74x4X7r+/TNIADnjNcMFG0jqlQWJMR0u3a4E5WDQH0VAEVAEFIGqESDZHAf/7FkM5YlYLi+/RBl8cwSfgeIR1/YN44+Co13qI360K0GNoNATRUARaCQCb8+t3FT57czN29S93TindBwc94+Dow14ST+QkHjk9THCGZ9WByWoNFRuaJhWWxFQBBSB60aAXhIJiceispSgihDSeEVAEVAEFIGVIKAEtRLYtVBFQBGoFgHNrY0IKEG1sVW1ToqAIqAItAABJagWNKJWQRFQBBSBNiJwUwiqjW2ndVIEFAFFoNUIKEG1unm1coqAIqAINBcBJajmtp1aflMQ0HoqAjcUgXYQ1LsvG/IfX/xcefdl84a2sVZbEVAEFIFGItAOgvou22K841z57vVFN0VAEVAEFIFlIrBQWd5YanoZRZ7IVPz5nvxHivx2vjvyaP7/l+2xcvRCEVAEFAFFQBEoQMBz5BK/x2rgfcn1QlK9FHkhJkWs/DrKy/P+iN6V9ecJjgfy25994bBcgXEarQgoAoqAInBzERj3oK4dB7uFIp6Ita9l4J05sqLXhkDdbyYCWmtFQBFQBLIQ8LIilhDOj1M9AVF9AVHtL6E8LUIRWA0C8QhF1rEhb6ReDXha6k1GYJUElcT9mbz980SH/ZKQ6LkioAjUGwG17roRqAtBoZ52SwZrgZIUoNBdEVAEFAFFQGpEUGwNkFRoDnmmoggoAorAEhE4FysvlypLrFxTi6oZQQFGa+65VX44bfiu5isCikBTEDD2TP7R2VuqNAWbFdpZlqAuxdiPuRLffYi8GumJOZ2rbtbuzZVOEykCioAioAi0BoFyBGXsifyy6edKfPfxuLM70nv847Y87hgR80hE3kDK7h3Rh3vLYqV6ikD1CGiOikANEChHUIsa+vjHQxBVX9bCO1LWqzJeT3RTBBQBRUARuLEIeEut+aM7Z7I28FHmOSR/N6KvRxLdFAFFQBG4uQjMSVALAPbozoUYUzzHZOzGAqVoUkVAEVAEFIGGI7B8giJgv/x4wIOKIqAIKAKKgCKQhcBqCIrWcFUgjyqKwJIR0OIUAUWgGQisjqBWhc+7L5vuMyDucyDne+49gHwXWp7wcyJv/+yt5C0XtJdvf6cNeTYm46g7ki/RhxyX/fZ42j36NAtwju15e34oSVvj80VWbbJubB+WEedXdHx7vu/e5M80Li1wos2r+rvUchUBRWAKgdURlDWbU9YkA6w5S14ufG6kDzKyEn9SxH0ORF6IyDPhw8F5ws+JiH2HtF+Rx6EjOCS8tp0dLgn07fkZyvzi3v5OG/JsTMZRdyTesfAzKQOPtlv3zkN23qMOes6OmTaSgGLyjInn7fkFMLrCmWWPbBHi/VCStsbnRjZk1o1lsy6sG9uH5cT5FR3Z7tSnuLTescM6eqHrmSPRt+cHjsRIYHkEGttBW9KkqF7WbLvy0tKmhv2pH98swrQJ8VbmeHPFRBrxDppQ1Xlt9OZNuFC66E61k5uHkROpdssvr3xZD12Hz44jr9Mqn9+4Ju/o+SkSEqhIVTYnyrBbws571EGjY/7ule/w2BlHxPnV4cBPp7hOXiLiEVlPFHY9pyQM2sCyo7pUXU5HonyfiKubfSdrJvuN+6HddPpMkybF1q3npp/Mk+UV56kadUcgfnZ0kWPL5/O9lbThwCtexeeF9X4nHzsNzwsqey0TyY5vdHcdolx/Jz9vw0ed4zUQZwmD6LXRU6PHI7IaG0qYqSqKgCJQDQJeNdnMkAvvwEWeFKR4I3xmqkCpBtG487WvFyYpkhPJTuzWgnVqb3KSE992L/KwvZXUmikCikASgeUSFOdVOCyTtCDtfC0s9rDS0q0qjHXifMw85Y/ISdbnSX4j0ozISQn8RrS3VlIRGCKwHILinAHnbKJ5lWHRGQcjzxviPY1XwHgHM6/yY8freRzKVHIaR3P8auBhIljJaRyUFl5plRSBCQS8iev0S6644+T9LMK5ApISV0VxzoBzNum5J0PfyC+d7MnopGb9zjsSev2ZzBp4rGtnpjQi5+5t8SJvJF4FlHyDPJ8vo8yYaW3VoyHhWYf1orfvi7wfYUSsiEtSRC5rW281TBFQBEp/sLAjnLyfRThXUI6Uomag5/S4M1sHH6Wc9fdy2MG/cp0X37Ruw65MibxExueQ8ruVXSm7RUOCRXNxcW6XOHnlXrb7uLPp3hZPrOLVP8k3yMdvnedb5CnGPEXa+uxJgkieW7mQyY0eprX7k8E51yBttOXjzsYQo97Y931ibOIj9YiRe4lxTq4apQgoAitBwFtJqclC2UmF4U/FnlMy0Vznb9DB/yDslNhBsVNnB883rf/jTiBT0tmD7qYYeY7SSBA4FO7lPxNivJJkZk5hNz9bsjvX0Gc4qPZ5skIIoEDMSPhrIfE2wPFKiH2a/L87J0g5vkceaZnhz0t3g+FI+04wnkmJq0UX5NwKD1z5rHOaFJqANk5LlxXG8grzVAVFoPkIeCurwoiYNn1J65yqNszKGTr46bt0Kdg45BiGfAN7OZJa86ibn2n0HFiJYSt0XHz7+6IdaL411ceG4YkjfL4YeJHcy3mkl8L24Q3GImUtkpbtw/KzpChvE144vLLST4azvKI8ryHe7m1v2L0df3myPfvD29dQb2ZpX9/ehPgqt0thQMyqEK+KTObKg8N/XFrtntb/Utypz1VIRYkcgZpyw49WtqVoC71ekQriL92nSRbt5JFRI3eubhTpFNpuw95SbnAKDclXaEfs7W0x4fHSRFBeXYDzpI8JkWMVKYeBVLN51WQzdy7rSPlE+DocLqiI5mUQVMOdQ4H0+opMM3azSEXEFhOUkb25PD5pyVbug5VvnOfRkiprNRQBRWAcgVUT1JU19KhIVHxH3FVozc68g0oMYl3zM7oUL6ymrPxy6hvr2WKv2t5wjOrbempZqxBYXWW81RWdWfIz90JTruDKVFlRxGAwPZE/qynR0FVRquBGe09Ehy9Q5TFbLtV7ygZHYxSBNiBQkqDMae4qpazVRqNw4ZLtNwCs3EIDvvInNHyAFUlqtLu5qAXtMVI88WtlcSKUxm8c/s2uhLGKUTY6GqMItAKBcgQ16yqjyVVHbjl3py9c4h09l1P8fBGHwfhgcCtgTlTC87YTVxmn4exLpTNyWkJw9UWUmYsMzc3GqHrUNUdFoHYIeEu3iK+H58OmIvSo8os38kKiJdn5ek2KDaXYgxLdFAFFQBFQBJZPUDHmfKhS5H18mXkceCUfaM3MQSPaiIAxOsTXxnZddp20vFoj4K3UurWwDPn0VmqjFl5PBMrM5dXTcrVKEVAESiKwWoJyT8Sb0wJbO60b5iuosEaXQCD6cGIJRVVRBBSBpiKwWoIialyAwWOefJcSD7/KNWzXkGWZoSmzdrPnqW5J8fsD1YMS3RSBtiOweoJqO8KT9bODi8mgqWtrS6z0m0rVngDnWRdUx9xwjArg0WhFoA0IrJ6g+K2pNiBZtg63pHhy3xidd5OCoV8+hlDHh7llju2a/gfmsESTKAK1QmC1BBW9VaFTK0Su25hHd+hBFTwHZrckwua6ralx/raYyMO1thD5zfofqPFfnZpWLwRWS1BrptzH6Pjgb71wW9Sa4odMPW9v0UIand6YYoys3ZMmeFFlXjL87kt75lkb/YenxtcDgcgKLzqs4Jef2eAwTXHRBd5GcQb10zBlXuP0UN7+ubiHUOrNFfVDSLxBGYw6MvAWJ/I6eKvlPsFSw4ZSkxSB60PAu76sM3Lma2z4aQ2RJxkak8FlOqrJNPW+5qc7REoQrz2Ye6iPnsXb80Ox8mu9wciwLhoKLX7biMgz+e3Pct/qSiuKr9PyvD/SoioLs6Z4VSI/zsg2q6xQzUgRaD4C5QjKehtCYplnGIJp6AnwMxpvz8+En9Qo5zlF6IZhOz87YaVMvdbFfdTxz/KeFDs5droD70xEHkKau2d/TmO8Tta+FtZ5PDT/iqTm/h7lRb5iBbFGiufTRDrCFySz/aT120fUkC+QLhL+DUO1BnsoHHIusrcN8edSo80rZ4vdcsQy8L7I23M7kzCN2Hco5xlktslgjt1X8QZxFFy7/VbI+bcyfwzrQvzodZLo0zowhjGOw6YkJr7DUATpalfr2Qzi3CP/BsqkYp1JOCQe3hSlpeFNVnyjRFITme3vMS3PMmFeWG4UgDdubD9nI25KaG9SfjvfdURMz5g6Zcqup05gXvz3XqHsfa4NQZmn3wLz5Nte2wV/LrXBHLZISYKi6tLlUjzbX3qpyyrQDWGZ3dLFsfMiUQ28r7hBOBMSFuXt+QXmYb46UNYjVQAAEABJREFUEhPhsOl66TyboBj9DZT8TIt0hMTDmyLiQnwoJC7eWNF755CgQG+ZdXfPdZmiN6bEFq3jBDdzuKmjvUnhcC2JOPKM+9DTvYkIqM2lEagvQRl03u4fu3RdmqcYzUWVmWeZrFtHSFiUNnhKk7VLXvNvgH8LybBy5+sJjJbjKeXZZYQes1S4kcgqzE6zUgTqh0A9CYrfjOJnOeqHV/UWuRfmlr67rr78JuQY/S3MQ+T1qZ2rQ8XtXIfVh/VBWC1pIQJ1I6hL4Vd43T9zC9FOqxKH+tYGvozenCC6pSHwuNNHcLNJam3AxS5lhytR3YJd30dYAJBGNx2BOhHUK1kLN4UT401HdVb7SVKPf+T7917NmjRfH3fsVriyKF+tKbEkKXrXItV18swryvP6UeBwZRjiZqQi+5v6jNv1I60ltASBVRPUubADXQvvyOPOrrCjbgmwc1WDGNCDLLtyLbuQc2Gn60gv5PLYbM2mxdC7XgtJ5sUfu8yvG7x1eeluiphnvm51sVyVSvsXb2ORGn6duTqg2p9T7/cdf2H5z//L/4XWggWCCgNHEvyHmZSqh52Yv8gbMfJcwvAnkBI8ps4eiGmxpY38PIOVl64eWUcJq+mos/KPw8Ur83xT9h8UPchfNn031EmseIefrT0Z814cMXU2Je50K8cGOMZ1zTqyzEnLqrymJ/K40wO53EG2byAzeFTwKvn3txbGf3sXSC+5fzus56Lt6goZ/tD+qzZ+Pwyd7cD/pTKfbpktV9VeJgJWjmVRGYT7yzR52WV5bkjtH5094T/MpPAO/HHHgEjyhWTDO/80WQvpHUXpmT+HaX7p7AvvJKuqLf/hWYdcuRNUUlxuGR3g+ONBNeXAXmL1uLPhyIqdKjtKCjsnkVf4434ZSdhFZ/0D2qk3IqbYiKqxIYEWYcAy4/Kv88hyYoz4N0hyJj4UEXb8VxiJeQSM8Lf447bw72/SWy+qU0z4VdaHWEZE+4NrY9pNYdtOtbGgrdHOrCf/J93/0o/lnq+q0mbNSxFYIgJeJWWRbPjPlibsROJC9DgfAsSVnWrcibrOqbMr8TXjJzvc+Upqbir+DZJEYkzY8XPIdHSNzryuf4tsO7bhyFa07VQbd/bczSTr2dxWUssVgZkQqIagZipSlRUBRUARUAQUgWIElKCKMVINRYAIqCgCisCSEVCCWjLgWpwioAgoAopAOQSUoMrhpFqKgCKgCDQXgYZargTV0IZTsxUBRUARaDsCSlA1b+HeO3/DPcz3fmevlya/3+31Wv6wXs2bSM1TBBSBa0JACeqagF0kW0dKH+7u9j7snMjat69i5Vj4mYU0sfadDMI/oHvR+3D3sPdhh++sm7F4VVcEFAFFoH4IKEHVqE0cMf1+d9+RkthfYdoWpOy+LmIfQvk1SOoMokQFMHRXBBSB5iKgBFWTtuthqA7EdCbWPqvApA7yIFEFvXc7mzjXXRFoLQJasfYioARVg7btYTgPxPQOpsALwm91+z1ZkxOdo6oOUM1JEVAEloeAEtTysE4tCZ7TPobmOJyXGl9B4DrmqAIlqQqQ1CzqiYCVl7KoVPky4Hqi1Eir2k9QNW6WHhc0lBrSM+9FzHMx0pU17ycnPDfmkRjzSkTOIXn7uiMpHe7Lw0jjmopA/A7DRY58j2NT699iu5WgVtS4Q48G3lOOAUbeyEDuHD741IPsH/78OTj8+79OnPD850+Hhz9/2j188JnzTE+RUx5RrWO4T99+DZB0VwQUgWYgoAS1qnaKvuOSNed0KfCOQEj9w0efS30rCyR1IIPb20JSy67TVo/zXdnxuTFccNGD15f+PNaOn5U4Wp244/cmP9CW8/yWK2tSn9cZaaIy7vacbR92Atg58+dVojKHeUw+cwbcaH9WHecN540KbO07u6fK3OnTpnnz1nSKQNMRUIJaQQv2uGJP5F5G0ZcYwvPhGc3s7Rw+Ci5IavkkZffYmWeUnRrsOlB0+vDAvkDhNfJ/MSVWjqF30ft952CqU731bVsQPyURSSPLlN2T/pQ+85hIw7JYprjnxew7Z5cIsaVI0UYsYHcfcuLqx+fKjEzXj8v+UT70LMuDZBJyUZmM75HwPuycYej1D1ynYyrymjb1PuycQPSxAQCl+81CQAlqFe1t7W5OsbscwsuJL4xyJCUG81apqhjq+3epzs51/iQmdpRRp5+aYSJwXaw8Qae6lA7VddprciIsU2bferxRWPt2gpSvIeWfObPyRCKymnkZ/9BjOhESnkgH5ZbZaRsfG9AVmWXQUp16IFCBFUpQFYA4SxbsoKCfdXf/0Q3VQWHhffAXktBlej6WcelRw1BnJzt/kSxbh5qph3WEvgYB7ON4LXsPnhoyJrGwLJzOtrv09JZEOrOlHNO+58gYQ49joRkXDtNByKFHEk6GVm7wFjwuXZGZC5FGtgkBJahlt+b3sJdZpJE9qWjjcJ9YySKILXpHkrElOtL1DJVywdY+c15OOe3SWi5PK09KJ5hQjMhp/vQT2dFrPEaexUN+g/AAafMw5Q3FR+jk7W1Ykblp93b89sv2Rl5DLjPOvr69CfGLRMTUxmbBpgQFEJa6G8nqyE4xNMe7a6lsC2/vY06mmypy+yKtHM7J4C6d8195HWmcNO5Q2almrSDcFyubMrXNHcC86DnNlQEXI8CePHK7BF5vJF7Wb8wj6L8UkVNI9m7lMJf0OZwoku458Rket1rz88bhg88+xGAe8icxAjskbcMwrZDspKHbEzHhcetFbm/Xpn04p+vJsRSJ2PS/0RVVRAlq+cCnD5mhg6vaFHpRJL1UeRSkEpR433ZhR96w16VYeRktf/8cd6jsVDcZJuzYRS7laiPRVeYZIts82xCdvTvP0MiLDA3YbJ6DHDaAV3+0rJ9L+R9+3kP4dlQ/IRmnZVFAGjbDc0aZzH9itSbnIWkHCuLjAzhM7fdKeW1TyTRAEWgOAkpQS2wr10FmledJICvenAeQ3YHTulN00tuHKR0qI7kknh27DG5vyvjd/9ykwnwLBJ6beU6PAyRikjKVbmIFYCL+EulBsp/2E2FTp1H9PvsTdUvqZZNGuhd56fBK5jBxjvocCG8IJsLdpTW77qg/S0dAC1wOAkpQy8E5KiUMM8d3cbe8coKSNZNxl+/MBznd9tlJu6ucn6Hn1s/pyHNSzxIF7+PB50128vQ48lIObw7Svdc1zy9Kn8wbbdXHdbonNRtplHrGTThUO+6Vonju9iF/VRSBtiKgBNXWlp2rXpYdb3rKgfRIPOmRGaHfb/MOHx5ORvwiwZgbIjGVziLMqBs8vVnIaVSekYxhS/vQzeNJqW1rSJy5yhHuJvUGpkz63Mw1UhGoMQJKUNfROFl5huJL+ob5j/SIZYUOO9X0CVJ24hNzJGXsch2rMSSpMurldWgP5obKJ4CmtT38Tu+etz8dWBwCL4qEkU6+t/6d0s7mIjXXgc0gunFtkHEPw31jQ5ju+u//OhnX1CtFoD0IeO2pitZkIQT4toesDObsxJnd8I0Y6R05FeaRGe0Zkm/aPNjlXN7TyGaTTg6hTVm9ZbkycpTy6sQ+7H3YOdMFD1eI6JkiECOgBBUjsYxj9kIIrnRbhgXZZViT0qlG6ot14sjDCL0NqWibnVSyyTedYMoaam359IPbJKgsou6Ida+KAlHd3e/9frc3JNWyllSpp3kpArVBQAmqNk2xYkOs3ciwIH0xQIZyanAo5RYDSKmtPCkUZ7fJ56LmFcl+pm2qZDfcueZxmDFvOBdEZZ+5j1euffsKz+oEZOUIaypDDVAEbgAC3g2oY32q6Hnp8xCwsFfydTlQbd6e7Tmuui4dkMyLuUUkfVVgRq2cJ7rmcX4q/6Hfq/RbICtHWCCr6EW8GW9zv0qiZ4pAexDwZq2K6s+PgOugspLnDLFlJdHw5iHAv4HDB5+3xZhHkv1CX0nZ1sXKExmEf/R+vzvXwo6UPDVIEag1AkpQy2+ejLtn26/aFM5j9OCZpco7f6Pq8jLzy169mJlkSRGnYqQrVUsoB1KwcfFIvDJPSFbRl5FPC5JF0dE7Dk+iC/1VBNqLgBLUstvWmKwFA1skkkrN4WuLrBxLmvyf/9ksWdZMw1ipeXpStiy53m0q9wsuF69cZlyS78jq50+79KwgRhxhmlewNmtRBaIEfy/qSREIlfYioAS17Lb1zEFmkVZKPRMjJTZ6T+jodjNUzznUNBaXM0+08MOgVnxZ5fb9dpa3sb1Ks7LKjgjTERaJ/Sn00hdW0JNapicMQ3RXBJaJgBLUMtFGWUNiyBrKuYfJ8GqG+tb+TSLMWL5upucwsjtxkTDMIjrUKH/v/X63B40OZGW7W0EnkuaNrM9LvkyHtgpSpcKFDPCoDty7DUXSSSr1oeCVQa0FXyMCNzFrJajVtPo0QVzZsc/O7+py9rOe+5ifzXpP26UM/kLyGst42ImnE6eVJ+5FsmMpii+cF2dtXl2LM6lKw0ggadu85Bu9OonDn9PyP+HYak1iByKzKVJq+b1rGyN8jkqmttSHgqe0NEARaCQCSlAraDZ3VyySTgYi0Qfpft+Za1jMkRMIJbNaVvZdh5emYCW9ExRsa/zekT/bwopb30hOK/WeYHm8T5GyiwBWs94QkHDE2ixP93TyhbrD6zQPqOPycoYU/qTbX5hMFRSB5iKgBLWqtlvzsjo4WrQuVo57v9/dd14IQwqkB0LDHfoZ0j3JUT3lpzIy4/NXn23J2regTIdKm3v04qzk2ZJpxnVEcF4H+aY/dDwIg7IkxboJyBp5ZQyfCklZprYsD2gtZbh1KjEDzGw3B0xSvdDj48cbVUTKYEC8qm+FeXIMhSMIZWyuSkeq2LwqMtE8Zkcgmosyz3NTYhIcpPCVnT3Ip4+jH+vzvIf5Hcg+4khMx4jL81YuJZ8Uxd3pR8udkVXqDpKSE/fmhXc7nMAfUyJ59T7c3YXNtCdJTmnzP2Npl3JhJGsRyrqQpD7s5N00SI/xa99ORCT9pbrwiofeMVSm9oOpEBfAd/EBM3ee82Ntuu2eoT05CauLMnufz8yL/95TKYkB8KoO/cVyMk+/BebJt71lyWLWXqVWgrrCYulnhw8+7YuRrM96X9ljhZ39a7Hwqj7suLkMnmOY6R3kGRTziAnR2I3pR6SI87z9+1/YEeYRyrrwo4Zr8gUd9gUkXihwBs/ii4j9FdmvQ+KdQ1vMM75e2dF5UdkETJtfoz5nPXh/joRBSO5IT/bDzhkMfw3JxjrnBsCVnflgrv0V5QYod3QDgnLcHpH+Du9+00nx+18Y53Qb/KOmKwKpCChBpcKyvEB0XH3J7jSrMORSjHT5rE2ZzNz8VPE74+Ks2KnHiwQyOm6zh/LZucdpVnoEDruwJ++moAPyfwKdFzD0tTvSkxXJqB+0ov1p4Q3A4C99qF5C0vZ7cnUDEjjC+rBzEpG+EOPpNFZeuvaajtEQRaAVCChB1aAZXacp8hSmZGtTNL0AAA2XSURBVHVeiJprP8Wwng8SnOku23W0Rrg8fDF74B06L1HqtQGPvsC2iqwiRk9zhvZGxTgyid7FxzSj8JQTEhIl3WuKEpwOv7QbXemvItBCBBpBUC3EfapKroMb3N6sqONEB2ieI89tRzZTpRUHoBMPSG7QPIXMsaP8nz/350i4lCSoX1/4iqGs54vKWfFRBrINnA/KqYu49mA7i3lfNs20HtIObvuO8KYjNUQRaA0CSlA1akp2OK7jHMgdscLVNOezmYeOC54YOsyNKjwXdqbIaxs20LsrR1T0TGB/FeWj3Gvd4bkeRg/BmucoaAaszXvhsOmDzyCJzzMPX7p2fvCpxzxkNqJiG8Bb+9RjHqKbItByBJSgatjAXE3H5eAgh03cod8R3umTsNJE5KkY6ULXgBT4WfDSd/Nlq468DyDbzhaWRzsEnbTIRyEh8Zo2Dm7/QIKl/WN58y0VsBG63TFZ83bH9JIXoRyM6cbp89LI7Bs7euC2j/pFWMf1Y71YPwrrR6ENrCPIBfUsOWyabRPzQNk9kOQPrq4sg8IynQBjd22ew5v9CTbO5K1ll6wxikAzEPCaYebNtZKdPe/0HWE9/Lw3dXzw+YAd3TIQcrawPNrBTpoeBIbxnE0/fzpkZ59mB8Np45T8/V8nafoMc2X9/DmYJQ3TLSKuzLh+rBfrR2F9KbTnUXCxSBlpaUf4sAwKy3TyqeewffBpn95sWloNUwTajIASVJtbV+umCCgCisACCKw6qRLUqltAy1cEFIGFEOgNnw1c8BgsZIQmvhYElKCuBVbNVBFQBBQBRWBRBJSgFkXwJqfXuisCioAicI0IKEFdI7iatSKgCCgCisD8CChBzY+dplQEFIHmIqCWNwABJagGNJKaqAgoAorATURACeomtrrWWRFQBBSBBiCgBJXRSBqsCCgCioAisFoElKBWi7+WrggoAoqAIpCBgBJUBjAarAg0FwG1fA4ENnq/7/jLlDlsvHFJlKBuXJNrhRUBRSAFgS2xcizLlBQjNGgcASWocTz0ShFQBBQBRWCFCCSLVoJKoqHnioAioAgoArVBQAmqNk2hhigCioAioAgkEVCCSqKxpPOuf98mZUnFphbj+/6m7//NT4rUeZuwDYZvJG2Pzv3NCTW9VAQUgQYioATVwEarwmTf/2uv698/M+J9MRIeJwXh9r5/f08SG8ICiB2X7kFCZXTa9f962J0g4fvT+U3kNU7acXoSzijjxInv3+9D58SI9zVpe3TufUHcmQ/ylcTmg4i7E3YVXU/anchOTxUBReCaEVCCumaA65g9Ot19I/YdbOtAUncrtoQXYnqpicX6k+Hl8ptMNX3t+/5G178PYpLXiN2CZO5BEJxlRjYswke9I1LuHnRRf7ThXsOqoOaKKAYzIqAENSNgTVf3fX/bijwrqocV77BIB/Hr9EpwHO0+PDNcrEMmdlOC8CaSTFzC9g0jXiAiW5CC3VKvQKdJ0be2jQhI2TyB1SXqDy3dFYGGI+A13H41f0YEPPH640nMeyvhD8fBkaHg/Cd0hK9EBpMd/MZ4uujKk3DMizIT15FW8a8Vr5smIt9P4tRG1g5kipzsG9pM22OxYh7ZSBfqyf37iZ0oJxnL88n4UEKWySgVRUARWDIC3pLL0+JSEPB9f7Prdw+6GLqBcG7mhEM4PoZ1YvWuf59zQCPx4QnFcTxCf7+b0PEjT4ZRY2JFtiWx4fogCIKLOAjnJ0fB0S6Oo7BhXOpdO9JPDOeZ3lCfh3P+lJEg+C8UmSaRbb6rr32YzAtlPz0OjvtIOCIxwRYE/zwMkB9Ox3boXTA8KWMKuEjG8RxBG90ErrgWfzj/hXDrwy5KN6HDtqBeLLxOxsfh8dFHW3WjebuzbjRHdtLFNcOpw/RGwn2ex4K6cw7O/T34sCEO16Mi0CYElKBq0JpGvBMRkxy62UIH9MJgOAudz4Zcbfdw6sSb8ISgz2E7FxfpDJAnzqZ2e5YMMmL3ff9vEyST1Eg9/5gI3YKNm7wedqjrPIeQnMbKQtjc+2R9kdHHIDg6wPGa91vEf4QryGLPCIfaZEjYjKfISMdO3wTwpmAUnzS463cP0AaYD3TkG88JIm/70Ay90WF+CEumFOoO83Tlj0XqhSLQBgS8NlSiBXWIO/XJqmyhY95jIDqpsc4Y1yNPJYVgToMgSCUHOz301UFHeNyF9+bDM/ATXhvLTRN00MF4uOcIzhtbHGEndISd6XiyxFU34YHE5yCDkddgpzv9g0TypZ3CjhdVFRa1m7sxSWZ5GV9YMZMYxlE1PKpJikD1CHjVZ6k5zoHAKTojzJt4XRHzXhKbFXnmgzSG3sKo84JKB+HOc/EkdASBMLcbkczOOxq2sm9kettCutdGvDMSlSS2uJxEEIf/TuNrI9aVb0XcUbDZcossoDna7+FsTJAfPQ8Eu51x7iT68VIJOIpbyi/rD0/yO7GYq8DJdhOxnE/btJgTRN2fioSHzBjXu2ib5zy/EupG83aSmKe7itczRaD5CHjNr0Lza2DF2w2G8yZWBn3UKElEuLzlOmp0UmPEA++qh0hBZzYiBl6Hw46N52lyjHkb5PUScRPlIERkHXGv4b3suSv3c2vTHYY/IYYkoRMML3EwPjbqjIahWB9EtHK3Yh4dB0fbED8Igoyh1HmqbtDOa8zzgjckyNuRH44nITBP5mjEnAWYZ4skcHrJeD1XBNqAwLIIqg1YXVsd2MnEmaMzQmdj3Z1zHBbfaYcpE+VDnYR3Yd4jj7NheObhKDjasxJuGhHemZ9PKlqRF0PSmYxy1+H48FMHZNl3Ee5n3At0QQU/sOPlpMCGg0SyCRvtRiJumacfA9xMVFFgiDnGiXzgxdp3Xf/+2X3//u5EnF4qAjcOASWoGja5wd1xmllBEJB4Pibitnz/r86LisOs2MP4vOiI/C6OgqP94+Bo08IrgP6YRwXSGcsb8aN9spO2In0Zblc22LNhkDv4vr/pTlJ+jkCYk0IvIqE6lpcZLiBIxDfuNIAHZERephjesSK/gqT2U+I0SBG4MQgoQdWwqdE5+UmzwsSdthU5kMRmxE7caYelCSqRjQTwCtBZjuWN+KGXEmYRy0foxDtXlQ3PQ2eDmSLa8aHCoXKpgxFxecpoM098398eXV7nyeJ5D3GczoikbCW8I+LmBcduEOxw/nE6lYYoAjcDASWoGrQz7pRHJDPsdO+Nm/V95D0MvYpkR5bQdcN7GCIcT528Yv4obw/HMdLB9QY6RD+pG4q4cvFHMqYrw22aNFwEhsCCXBuc1ow/YfTAbLLeYkDcvn+/LxOb7/sbvu+n2jyhel2X2yh/g5njuI3jaG4O51N7EARnx8FxH0RFm5OkD91bTI/j+G7FpIaPa92QKysv5aaKyIG0eEPf0+LaNaRqFsM5Xb97AOLYN+h0ZXxjh3+WDDIZf5TIp/CPFcN2PvT4jNWXLuY6IO5hTyMey0h2pCCD8FBStgBDUwwGaQQ8JgW2paZJ6qSdww4+oDwlwGSP+kEQXCBvd87robgFHUh7AXH1wPHEiPcV9ezLkrYYj0RxsMs76fp/PTTT7Snx5vv3+bAt55v2fPcs2pqPOEdsOA737xlkbx92h0vzh4o39nD48PPejZUHnw8KGr7R0V6jrW+V8eYJiIMP264nqnVpJdxNXLtTEMO+Oxn/OQ8wTDceNH1lxbATjCM4LEcPjJIsFzekshuAFGLFtCPiuYLtPBkXFqwgTOrOen6E+TIj8iolHW1nHSiOZK1Isp5y/Zt9M1EGsLUPEUbbcLjafd/f5BWGZ30cOd+EGwa+Ud6+w7WzH0fuH4cYSxDdFOCmgcEjYX0powA9UQTahIAS1Mpb03Vskx0PrSI5+XEHxYBYEEZv5zS+5hEd9wGPFci5FfMoCK7e0mDFbmbna4NE3GkQBLQtEXR1Gq9GvAqZ/QwktWuFz4vJWP1TclrqEBgw4o1Emk3naBuulEyYeGuIp8mz8aOdWAhiRViG6KYI3BQElKBW0NLsYK/EosMNN43Ic4hbao2O6KmVcBOdPT2UKQv9aHHAsJNz0ZfwXNK8KheZ/DkO/tlD3ndYBstLikXHfxwcodx/HibTWLH7jIslGXeMuZPj4YtmcRzrcGHTQZyGR17HaXldRpJp4rQBvAmWZSXki21HuMV1sSBYxCXxiZNOHSdtmFKQyRfMhqkkgba6QJkcPn16ZYewHbdZBwtsYxHkyXKiOnjdWD8+Ip+fEOczT+rFwpsGxN2J9YbHCfKLtfWoCDQfASWoFbQhO9grCS4CDKUdYfgKskdhR8SwNNN8/689E81rjIaO0FHtZ+lLygbdM5bBspJCm1LUBfonjIslTSctDOlQTvIFsFfeVZxX8fEqzWQZyJ8vtt1P1oHnAYY6EXcxqZ92HYDskjKpw3yS8bhOvWlgOsShLY8OjoZL5olxFBYgfAyHkW3MO9aPj0HOw7+IO4v1hsd9lq2iCLQRASWoBrVq179/YqIPDY7ICeaf4w5dOykAoftNQ0Dr23YElKAa1cLmbMJczlP1cFc9uiOfiNdLRUARUAQai4ASVIOaDt5TkDD31ErIeYrMIaeErp4qAoqAItA4BNpMUI1rjCKDMZQXGJFXXARwHBxtw3NScioCTeMVAUWgsQj8LwAAAP//J1UC6QAAAAZJREFUAwDm/ecZjT5Y4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9" name="Picture 28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219456"/>
            <a:ext cx="2386584" cy="758952"/>
          </a:xfrm>
          <a:prstGeom prst="rect">
            <a:avLst/>
          </a:prstGeom>
        </p:spPr>
      </p:pic>
      <p:pic>
        <p:nvPicPr>
          <p:cNvPr id="30" name="Picture 29" descr="ibm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2" y="509969"/>
            <a:ext cx="1344168" cy="43186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088880" y="128016"/>
            <a:ext cx="2231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 smtClean="0">
                <a:latin typeface="Baskerville Old Face" pitchFamily="18" charset="0"/>
              </a:rPr>
              <a:t>In collaboration with</a:t>
            </a:r>
            <a:endParaRPr lang="en-US" sz="1100" b="1" dirty="0">
              <a:latin typeface="Baskerville Old Face" pitchFamily="18" charset="0"/>
            </a:endParaRPr>
          </a:p>
        </p:txBody>
      </p:sp>
      <p:sp>
        <p:nvSpPr>
          <p:cNvPr id="8" name="Google Shape;88;p13"/>
          <p:cNvSpPr txBox="1"/>
          <p:nvPr/>
        </p:nvSpPr>
        <p:spPr>
          <a:xfrm>
            <a:off x="539496" y="1529935"/>
            <a:ext cx="1107338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 smtClean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Advantages &amp; Limitations of your project </a:t>
            </a:r>
            <a:endParaRPr sz="1100">
              <a:solidFill>
                <a:schemeClr val="tx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629664" y="2265002"/>
          <a:ext cx="8831072" cy="366945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415536"/>
                <a:gridCol w="4415536"/>
              </a:tblGrid>
              <a:tr h="917364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ADVANTAGES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LIMITATIONS</a:t>
                      </a:r>
                      <a:endParaRPr lang="en-US" dirty="0"/>
                    </a:p>
                  </a:txBody>
                  <a:tcPr anchor="ctr"/>
                </a:tc>
              </a:tr>
              <a:tr h="917364">
                <a:tc>
                  <a:txBody>
                    <a:bodyPr/>
                    <a:lstStyle/>
                    <a:p>
                      <a:r>
                        <a:rPr lang="en-IN" dirty="0" smtClean="0"/>
                        <a:t>Protects sensitive data from </a:t>
                      </a:r>
                      <a:r>
                        <a:rPr lang="en-IN" dirty="0" err="1" smtClean="0"/>
                        <a:t>cybers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attecks</a:t>
                      </a:r>
                      <a:r>
                        <a:rPr lang="en-IN" dirty="0" smtClean="0"/>
                        <a:t> &amp; unauthorized</a:t>
                      </a:r>
                      <a:r>
                        <a:rPr lang="en-IN" baseline="0" dirty="0" smtClean="0"/>
                        <a:t> access.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Implemention</a:t>
                      </a:r>
                      <a:r>
                        <a:rPr lang="en-IN" dirty="0" smtClean="0"/>
                        <a:t> &amp; maintenance can be costly.</a:t>
                      </a:r>
                      <a:endParaRPr lang="en-US" dirty="0"/>
                    </a:p>
                  </a:txBody>
                  <a:tcPr/>
                </a:tc>
              </a:tr>
              <a:tr h="917364">
                <a:tc>
                  <a:txBody>
                    <a:bodyPr/>
                    <a:lstStyle/>
                    <a:p>
                      <a:r>
                        <a:rPr lang="en-IN" dirty="0" smtClean="0"/>
                        <a:t>Improves</a:t>
                      </a:r>
                      <a:r>
                        <a:rPr lang="en-IN" baseline="0" dirty="0" smtClean="0"/>
                        <a:t> privacy &amp; security of users and organizations.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Cyber threats continuously evolve, requiring regular updates.</a:t>
                      </a:r>
                      <a:endParaRPr lang="en-US" dirty="0"/>
                    </a:p>
                  </a:txBody>
                  <a:tcPr/>
                </a:tc>
              </a:tr>
              <a:tr h="917364">
                <a:tc>
                  <a:txBody>
                    <a:bodyPr/>
                    <a:lstStyle/>
                    <a:p>
                      <a:r>
                        <a:rPr lang="en-IN" dirty="0" smtClean="0"/>
                        <a:t>Helps prevent financial losses caused</a:t>
                      </a:r>
                      <a:r>
                        <a:rPr lang="en-IN" baseline="0" dirty="0" smtClean="0"/>
                        <a:t> by cybercrime.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Human errors can still cause security breaches.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 descr="data:image/png;base64,iVBORw0KGgoAAAANSUhEUgAAAagAAAClCAYAAAAJW2mqAAAQAElEQVR4Aex9TXLbSLbuScjx2jOpNlCUVyDVTH4Tg+6edZRNR7nf1PQKLK/A8gpKXoHl6buusOyKO7stwZO2405KWoGl2oClmfuGibzflyAokMQfSYgEoIPAIYDMk5knv5Tyw8lMAJ7opggoAoqAIqAILAEB3/c3fP9v/pX4G3nFKkHloaNxioAioAgoAgsj4Pv3+13//okR76uR8PhKvK8MZ7ykbEpQKaBoUEMQUDMVAUWg1gj4vr/ddcQkr2HoFuQS8jEhvN4yIq+hF/jwsBA32pWgRlDoiSKgCCgCikBVCIBsNo14gYiQmM6tyNPj4GgD4idkg+HQIVHdM9BHutGwnye6KQKKgCKgCCwbgdaXZ8Q7FJF1yKmVsCfinfnj80/biJMgODpA/CbOTyHwplw6nCKF+9UfRUARUAQUAUWgIgSGc0r0nC5BPr4nXu9q3imeg/L+6Pr3L3wMAwZBcAE9kJg4T8oHkdEUjz8qioAioAgoAopAVQgYkV3BhuG7XZIPTuP9I+JeUhBwDlk3kacl0DtD+L5gM2JdeiUogFHHXW1SBBQBRaCJCPjRQgd6TzA/5DAfjtEOAgqOgqO9I4gVrx+FSmd4lFBCR1Ai9iHDPP6oKAKKgCKgCCgC1SBwy80tIa+P8IoucBztVuwmh+8oRsI9ibaP0UFkqM+5KPEx9KcEFSOjR0VAEagIAc1GEchCwDwBMR1ToHEP8tFK6IbzcB7vQ1K7taEEFUOiR0VAEVAEFIEqEdhIyQzekn0Th2PI7xBe00l8PTwO030/U4IaIqIHRUARUAQUgcURCIL/Coa5bGGYbkg2UQgIKTgOjvs4PmeIFfmVw308p0B/E0fOX12CuFZCUChfd0VAEVAEFIH2ImDes26eeJPDdwyWo+CIiyHgTYlguI/nwg36fR5FrFtc4UUX+qsIKAKKgCKgCFSDgBXjSMeK7Pq+Hy+aGMvcirc3DNi67993etB/wTArawc8evxRUQQUgZIIqJoioAgUIhAN8zkvis85BaGYEyteN5TQEQ8zoI5FGCUUuTDiuaFBI/KKcYLNg+iuCCgCioAioAhUioCVQR8Zcsk4SMoeeBL6uJ7Yv2OeKfRBSq8RsQ45Da+Wn4sSFBDRXRFQBBSBG4DAUqsYRK8vAilFnhSH74x4X7r+/TNIADnjNcMFG0jqlQWJMR0u3a4E5WDQH0VAEVAEFIGqESDZHAf/7FkM5YlYLi+/RBl8cwSfgeIR1/YN44+Co13qI360K0GNoNATRUARaCQCb8+t3FT57czN29S93TindBwc94+Dow14ST+QkHjk9THCGZ9WByWoNFRuaJhWWxFQBBSB60aAXhIJiceispSgihDSeEVAEVAEFIGVIKAEtRLYtVBFQBGoFgHNrY0IKEG1sVW1ToqAIqAItAABJagWNKJWQRFQBBSBNiJwUwiqjW2ndVIEFAFFoNUIKEG1unm1coqAIqAINBcBJajmtp1aflMQ0HoqAjcUgXYQ1LsvG/IfX/xcefdl84a2sVZbEVAEFIFGItAOgvou22K841z57vVFN0VAEVAEFIFlIrBQWd5YanoZRZ7IVPz5nvxHivx2vjvyaP7/l+2xcvRCEVAEFAFFQBEoQMBz5BK/x2rgfcn1QlK9FHkhJkWs/DrKy/P+iN6V9ecJjgfy25994bBcgXEarQgoAoqAInBzERj3oK4dB7uFIp6Ita9l4J05sqLXhkDdbyYCWmtFQBFQBLIQ8LIilhDOj1M9AVF9AVHtL6E8LUIRWA0C8QhF1rEhb6ReDXha6k1GYJUElcT9mbz980SH/ZKQ6LkioAjUGwG17roRqAtBoZ52SwZrgZIUoNBdEVAEFAFFQGpEUGwNkFRoDnmmoggoAorAEhE4FysvlypLrFxTi6oZQQFGa+65VX44bfiu5isCikBTEDD2TP7R2VuqNAWbFdpZlqAuxdiPuRLffYi8GumJOZ2rbtbuzZVOEykCioAioAi0BoFyBGXsifyy6edKfPfxuLM70nv847Y87hgR80hE3kDK7h3Rh3vLYqV6ikD1CGiOikANEChHUIsa+vjHQxBVX9bCO1LWqzJeT3RTBBQBRUARuLEIeEut+aM7Z7I28FHmOSR/N6KvRxLdFAFFQBG4uQjMSVALAPbozoUYUzzHZOzGAqVoUkVAEVAEFIGGI7B8giJgv/x4wIOKIqAIKAKKgCKQhcBqCIrWcFUgjyqKwJIR0OIUAUWgGQisjqBWhc+7L5vuMyDucyDne+49gHwXWp7wcyJv/+yt5C0XtJdvf6cNeTYm46g7ki/RhxyX/fZ42j36NAtwju15e34oSVvj80VWbbJubB+WEedXdHx7vu/e5M80Li1wos2r+rvUchUBRWAKgdURlDWbU9YkA6w5S14ufG6kDzKyEn9SxH0ORF6IyDPhw8F5ws+JiH2HtF+Rx6EjOCS8tp0dLgn07fkZyvzi3v5OG/JsTMZRdyTesfAzKQOPtlv3zkN23qMOes6OmTaSgGLyjInn7fkFMLrCmWWPbBHi/VCStsbnRjZk1o1lsy6sG9uH5cT5FR3Z7tSnuLTescM6eqHrmSPRt+cHjsRIYHkEGttBW9KkqF7WbLvy0tKmhv2pH98swrQJ8VbmeHPFRBrxDppQ1Xlt9OZNuFC66E61k5uHkROpdssvr3xZD12Hz44jr9Mqn9+4Ju/o+SkSEqhIVTYnyrBbws571EGjY/7ule/w2BlHxPnV4cBPp7hOXiLiEVlPFHY9pyQM2sCyo7pUXU5HonyfiKubfSdrJvuN+6HddPpMkybF1q3npp/Mk+UV56kadUcgfnZ0kWPL5/O9lbThwCtexeeF9X4nHzsNzwsqey0TyY5vdHcdolx/Jz9vw0ed4zUQZwmD6LXRU6PHI7IaG0qYqSqKgCJQDQJeNdnMkAvvwEWeFKR4I3xmqkCpBtG487WvFyYpkhPJTuzWgnVqb3KSE992L/KwvZXUmikCikASgeUSFOdVOCyTtCDtfC0s9rDS0q0qjHXifMw85Y/ISdbnSX4j0ozISQn8RrS3VlIRGCKwHILinAHnbKJ5lWHRGQcjzxviPY1XwHgHM6/yY8freRzKVHIaR3P8auBhIljJaRyUFl5plRSBCQS8iev0S6644+T9LMK5ApISV0VxzoBzNum5J0PfyC+d7MnopGb9zjsSev2ZzBp4rGtnpjQi5+5t8SJvJF4FlHyDPJ8vo8yYaW3VoyHhWYf1orfvi7wfYUSsiEtSRC5rW281TBFQBEp/sLAjnLyfRThXUI6Uomag5/S4M1sHH6Wc9fdy2MG/cp0X37Ruw65MibxExueQ8ruVXSm7RUOCRXNxcW6XOHnlXrb7uLPp3hZPrOLVP8k3yMdvnedb5CnGPEXa+uxJgkieW7mQyY0eprX7k8E51yBttOXjzsYQo97Y931ibOIj9YiRe4lxTq4apQgoAitBwFtJqclC2UmF4U/FnlMy0Vznb9DB/yDslNhBsVNnB883rf/jTiBT0tmD7qYYeY7SSBA4FO7lPxNivJJkZk5hNz9bsjvX0Gc4qPZ5skIIoEDMSPhrIfE2wPFKiH2a/L87J0g5vkceaZnhz0t3g+FI+04wnkmJq0UX5NwKD1z5rHOaFJqANk5LlxXG8grzVAVFoPkIeCurwoiYNn1J65yqNszKGTr46bt0Kdg45BiGfAN7OZJa86ibn2n0HFiJYSt0XHz7+6IdaL411ceG4YkjfL4YeJHcy3mkl8L24Q3GImUtkpbtw/KzpChvE144vLLST4azvKI8ryHe7m1v2L0df3myPfvD29dQb2ZpX9/ehPgqt0thQMyqEK+KTObKg8N/XFrtntb/Utypz1VIRYkcgZpyw49WtqVoC71ekQriL92nSRbt5JFRI3eubhTpFNpuw95SbnAKDclXaEfs7W0x4fHSRFBeXYDzpI8JkWMVKYeBVLN51WQzdy7rSPlE+DocLqiI5mUQVMOdQ4H0+opMM3azSEXEFhOUkb25PD5pyVbug5VvnOfRkiprNRQBRWAcgVUT1JU19KhIVHxH3FVozc68g0oMYl3zM7oUL6ymrPxy6hvr2WKv2t5wjOrbempZqxBYXWW81RWdWfIz90JTruDKVFlRxGAwPZE/qynR0FVRquBGe09Ehy9Q5TFbLtV7ygZHYxSBNiBQkqDMae4qpazVRqNw4ZLtNwCs3EIDvvInNHyAFUlqtLu5qAXtMVI88WtlcSKUxm8c/s2uhLGKUTY6GqMItAKBcgQ16yqjyVVHbjl3py9c4h09l1P8fBGHwfhgcCtgTlTC87YTVxmn4exLpTNyWkJw9UWUmYsMzc3GqHrUNUdFoHYIeEu3iK+H58OmIvSo8os38kKiJdn5ek2KDaXYgxLdFAFFQBFQBJZPUDHmfKhS5H18mXkceCUfaM3MQSPaiIAxOsTXxnZddp20vFoj4K3UurWwDPn0VmqjFl5PBMrM5dXTcrVKEVAESiKwWoJyT8Sb0wJbO60b5iuosEaXQCD6cGIJRVVRBBSBpiKwWoIialyAwWOefJcSD7/KNWzXkGWZoSmzdrPnqW5J8fsD1YMS3RSBtiOweoJqO8KT9bODi8mgqWtrS6z0m0rVngDnWRdUx9xwjArg0WhFoA0IrJ6g+K2pNiBZtg63pHhy3xidd5OCoV8+hlDHh7llju2a/gfmsESTKAK1QmC1BBW9VaFTK0Su25hHd+hBFTwHZrckwua6ralx/raYyMO1thD5zfofqPFfnZpWLwRWS1BrptzH6Pjgb71wW9Sa4odMPW9v0UIand6YYoys3ZMmeFFlXjL87kt75lkb/YenxtcDgcgKLzqs4Jef2eAwTXHRBd5GcQb10zBlXuP0UN7+ubiHUOrNFfVDSLxBGYw6MvAWJ/I6eKvlPsFSw4ZSkxSB60PAu76sM3Lma2z4aQ2RJxkak8FlOqrJNPW+5qc7REoQrz2Ye6iPnsXb80Ox8mu9wciwLhoKLX7biMgz+e3Pct/qSiuKr9PyvD/SoioLs6Z4VSI/zsg2q6xQzUgRaD4C5QjKehtCYplnGIJp6AnwMxpvz8+En9Qo5zlF6IZhOz87YaVMvdbFfdTxz/KeFDs5droD70xEHkKau2d/TmO8Tta+FtZ5PDT/iqTm/h7lRb5iBbFGiufTRDrCFySz/aT120fUkC+QLhL+DUO1BnsoHHIusrcN8edSo80rZ4vdcsQy8L7I23M7kzCN2Hco5xlktslgjt1X8QZxFFy7/VbI+bcyfwzrQvzodZLo0zowhjGOw6YkJr7DUATpalfr2Qzi3CP/BsqkYp1JOCQe3hSlpeFNVnyjRFITme3vMS3PMmFeWG4UgDdubD9nI25KaG9SfjvfdURMz5g6Zcqup05gXvz3XqHsfa4NQZmn3wLz5Nte2wV/LrXBHLZISYKi6tLlUjzbX3qpyyrQDWGZ3dLFsfMiUQ28r7hBOBMSFuXt+QXmYb46UNYjVQAAEABJREFUEhPhsOl66TyboBj9DZT8TIt0hMTDmyLiQnwoJC7eWNF755CgQG+ZdXfPdZmiN6bEFq3jBDdzuKmjvUnhcC2JOPKM+9DTvYkIqM2lEagvQRl03u4fu3RdmqcYzUWVmWeZrFtHSFiUNnhKk7VLXvNvgH8LybBy5+sJjJbjKeXZZYQes1S4kcgqzE6zUgTqh0A9CYrfjOJnOeqHV/UWuRfmlr67rr78JuQY/S3MQ+T1qZ2rQ8XtXIfVh/VBWC1pIQJ1I6hL4Vd43T9zC9FOqxKH+tYGvozenCC6pSHwuNNHcLNJam3AxS5lhytR3YJd30dYAJBGNx2BOhHUK1kLN4UT401HdVb7SVKPf+T7917NmjRfH3fsVriyKF+tKbEkKXrXItV18swryvP6UeBwZRjiZqQi+5v6jNv1I60ltASBVRPUubADXQvvyOPOrrCjbgmwc1WDGNCDLLtyLbuQc2Gn60gv5PLYbM2mxdC7XgtJ5sUfu8yvG7x1eeluiphnvm51sVyVSvsXb2ORGn6duTqg2p9T7/cdf2H5z//L/4XWggWCCgNHEvyHmZSqh52Yv8gbMfJcwvAnkBI8ps4eiGmxpY38PIOVl64eWUcJq+mos/KPw8Ur83xT9h8UPchfNn031EmseIefrT0Z814cMXU2Je50K8cGOMZ1zTqyzEnLqrymJ/K40wO53EG2byAzeFTwKvn3txbGf3sXSC+5fzus56Lt6goZ/tD+qzZ+Pwyd7cD/pTKfbpktV9VeJgJWjmVRGYT7yzR52WV5bkjtH5094T/MpPAO/HHHgEjyhWTDO/80WQvpHUXpmT+HaX7p7AvvJKuqLf/hWYdcuRNUUlxuGR3g+ONBNeXAXmL1uLPhyIqdKjtKCjsnkVf4434ZSdhFZ/0D2qk3IqbYiKqxIYEWYcAy4/Kv88hyYoz4N0hyJj4UEXb8VxiJeQSM8Lf447bw72/SWy+qU0z4VdaHWEZE+4NrY9pNYdtOtbGgrdHOrCf/J93/0o/lnq+q0mbNSxFYIgJeJWWRbPjPlibsROJC9DgfAsSVnWrcibrOqbMr8TXjJzvc+Upqbir+DZJEYkzY8XPIdHSNzryuf4tsO7bhyFa07VQbd/bczSTr2dxWUssVgZkQqIagZipSlRUBRUARUAQUgWIElKCKMVINRYAIqCgCisCSEVCCWjLgWpwioAgoAopAOQSUoMrhpFqKgCKgCDQXgYZargTV0IZTsxUBRUARaDsCSlA1b+HeO3/DPcz3fmevlya/3+31Wv6wXs2bSM1TBBSBa0JACeqagF0kW0dKH+7u9j7snMjat69i5Vj4mYU0sfadDMI/oHvR+3D3sPdhh++sm7F4VVcEFAFFoH4IKEHVqE0cMf1+d9+RkthfYdoWpOy+LmIfQvk1SOoMokQFMHRXBBSB5iKgBFWTtuthqA7EdCbWPqvApA7yIFEFvXc7mzjXXRFoLQJasfYioARVg7btYTgPxPQOpsALwm91+z1ZkxOdo6oOUM1JEVAEloeAEtTysE4tCZ7TPobmOJyXGl9B4DrmqAIlqQqQ1CzqiYCVl7KoVPky4Hqi1Eir2k9QNW6WHhc0lBrSM+9FzHMx0pU17ycnPDfmkRjzSkTOIXn7uiMpHe7Lw0jjmopA/A7DRY58j2NT699iu5WgVtS4Q48G3lOOAUbeyEDuHD741IPsH/78OTj8+79OnPD850+Hhz9/2j188JnzTE+RUx5RrWO4T99+DZB0VwQUgWYgoAS1qnaKvuOSNed0KfCOQEj9w0efS30rCyR1IIPb20JSy67TVo/zXdnxuTFccNGD15f+PNaOn5U4Wp244/cmP9CW8/yWK2tSn9cZaaIy7vacbR92Atg58+dVojKHeUw+cwbcaH9WHecN540KbO07u6fK3OnTpnnz1nSKQNMRUIJaQQv2uGJP5F5G0ZcYwvPhGc3s7Rw+Ci5IavkkZffYmWeUnRrsOlB0+vDAvkDhNfJ/MSVWjqF30ft952CqU731bVsQPyURSSPLlN2T/pQ+85hIw7JYprjnxew7Z5cIsaVI0UYsYHcfcuLqx+fKjEzXj8v+UT70LMuDZBJyUZmM75HwPuycYej1D1ynYyrymjb1PuycQPSxAQCl+81CQAlqFe1t7W5OsbscwsuJL4xyJCUG81apqhjq+3epzs51/iQmdpRRp5+aYSJwXaw8Qae6lA7VddprciIsU2bferxRWPt2gpSvIeWfObPyRCKymnkZ/9BjOhESnkgH5ZbZaRsfG9AVmWXQUp16IFCBFUpQFYA4SxbsoKCfdXf/0Q3VQWHhffAXktBlej6WcelRw1BnJzt/kSxbh5qph3WEvgYB7ON4LXsPnhoyJrGwLJzOtrv09JZEOrOlHNO+58gYQ49joRkXDtNByKFHEk6GVm7wFjwuXZGZC5FGtgkBJahlt+b3sJdZpJE9qWjjcJ9YySKILXpHkrElOtL1DJVywdY+c15OOe3SWi5PK09KJ5hQjMhp/vQT2dFrPEaexUN+g/AAafMw5Q3FR+jk7W1Ykblp93b89sv2Rl5DLjPOvr69CfGLRMTUxmbBpgQFEJa6G8nqyE4xNMe7a6lsC2/vY06mmypy+yKtHM7J4C6d8195HWmcNO5Q2almrSDcFyubMrXNHcC86DnNlQEXI8CePHK7BF5vJF7Wb8wj6L8UkVNI9m7lMJf0OZwoku458Rket1rz88bhg88+xGAe8icxAjskbcMwrZDspKHbEzHhcetFbm/Xpn04p+vJsRSJ2PS/0RVVRAlq+cCnD5mhg6vaFHpRJL1UeRSkEpR433ZhR96w16VYeRktf/8cd6jsVDcZJuzYRS7laiPRVeYZIts82xCdvTvP0MiLDA3YbJ6DHDaAV3+0rJ9L+R9+3kP4dlQ/IRmnZVFAGjbDc0aZzH9itSbnIWkHCuLjAzhM7fdKeW1TyTRAEWgOAkpQS2wr10FmledJICvenAeQ3YHTulN00tuHKR0qI7kknh27DG5vyvjd/9ykwnwLBJ6beU6PAyRikjKVbmIFYCL+EulBsp/2E2FTp1H9PvsTdUvqZZNGuhd56fBK5jBxjvocCG8IJsLdpTW77qg/S0dAC1wOAkpQy8E5KiUMM8d3cbe8coKSNZNxl+/MBznd9tlJu6ucn6Hn1s/pyHNSzxIF7+PB50128vQ48lIObw7Svdc1zy9Kn8wbbdXHdbonNRtplHrGTThUO+6Vonju9iF/VRSBtiKgBNXWlp2rXpYdb3rKgfRIPOmRGaHfb/MOHx5ORvwiwZgbIjGVziLMqBs8vVnIaVSekYxhS/vQzeNJqW1rSJy5yhHuJvUGpkz63Mw1UhGoMQJKUNfROFl5huJL+ob5j/SIZYUOO9X0CVJ24hNzJGXsch2rMSSpMurldWgP5obKJ4CmtT38Tu+etz8dWBwCL4qEkU6+t/6d0s7mIjXXgc0gunFtkHEPw31jQ5ju+u//OhnX1CtFoD0IeO2pitZkIQT4toesDObsxJnd8I0Y6R05FeaRGe0Zkm/aPNjlXN7TyGaTTg6hTVm9ZbkycpTy6sQ+7H3YOdMFD1eI6JkiECOgBBUjsYxj9kIIrnRbhgXZZViT0qlG6ot14sjDCL0NqWibnVSyyTedYMoaam359IPbJKgsou6Ida+KAlHd3e/9frc3JNWyllSpp3kpArVBQAmqNk2xYkOs3ciwIH0xQIZyanAo5RYDSKmtPCkUZ7fJ56LmFcl+pm2qZDfcueZxmDFvOBdEZZ+5j1euffsKz+oEZOUIaypDDVAEbgAC3g2oY32q6Hnp8xCwsFfydTlQbd6e7Tmuui4dkMyLuUUkfVVgRq2cJ7rmcX4q/6Hfq/RbICtHWCCr6EW8GW9zv0qiZ4pAexDwZq2K6s+PgOugspLnDLFlJdHw5iHAv4HDB5+3xZhHkv1CX0nZ1sXKExmEf/R+vzvXwo6UPDVIEag1AkpQy2+ejLtn26/aFM5j9OCZpco7f6Pq8jLzy169mJlkSRGnYqQrVUsoB1KwcfFIvDJPSFbRl5FPC5JF0dE7Dk+iC/1VBNqLgBLUstvWmKwFA1skkkrN4WuLrBxLmvyf/9ksWdZMw1ipeXpStiy53m0q9wsuF69cZlyS78jq50+79KwgRhxhmlewNmtRBaIEfy/qSREIlfYioAS17Lb1zEFmkVZKPRMjJTZ6T+jodjNUzznUNBaXM0+08MOgVnxZ5fb9dpa3sb1Ks7LKjgjTERaJ/Sn00hdW0JNapicMQ3RXBJaJgBLUMtFGWUNiyBrKuYfJ8GqG+tb+TSLMWL5upucwsjtxkTDMIjrUKH/v/X63B40OZGW7W0EnkuaNrM9LvkyHtgpSpcKFDPCoDty7DUXSSSr1oeCVQa0FXyMCNzFrJajVtPo0QVzZsc/O7+py9rOe+5ifzXpP26UM/kLyGst42ImnE6eVJ+5FsmMpii+cF2dtXl2LM6lKw0ggadu85Bu9OonDn9PyP+HYak1iByKzKVJq+b1rGyN8jkqmttSHgqe0NEARaCQCSlAraDZ3VyySTgYi0Qfpft+Za1jMkRMIJbNaVvZdh5emYCW9ExRsa/zekT/bwopb30hOK/WeYHm8T5GyiwBWs94QkHDE2ixP93TyhbrD6zQPqOPycoYU/qTbX5hMFRSB5iKgBLWqtlvzsjo4WrQuVo57v9/dd14IQwqkB0LDHfoZ0j3JUT3lpzIy4/NXn23J2regTIdKm3v04qzk2ZJpxnVEcF4H+aY/dDwIg7IkxboJyBp5ZQyfCklZprYsD2gtZbh1KjEDzGw3B0xSvdDj48cbVUTKYEC8qm+FeXIMhSMIZWyuSkeq2LwqMtE8Zkcgmosyz3NTYhIcpPCVnT3Ip4+jH+vzvIf5Hcg+4khMx4jL81YuJZ8Uxd3pR8udkVXqDpKSE/fmhXc7nMAfUyJ59T7c3YXNtCdJTmnzP2Npl3JhJGsRyrqQpD7s5N00SI/xa99ORCT9pbrwiofeMVSm9oOpEBfAd/EBM3ee82Ntuu2eoT05CauLMnufz8yL/95TKYkB8KoO/cVyMk+/BebJt71lyWLWXqVWgrrCYulnhw8+7YuRrM96X9ljhZ39a7Hwqj7suLkMnmOY6R3kGRTziAnR2I3pR6SI87z9+1/YEeYRyrrwo4Zr8gUd9gUkXihwBs/ii4j9FdmvQ+KdQ1vMM75e2dF5UdkETJtfoz5nPXh/joRBSO5IT/bDzhkMfw3JxjrnBsCVnflgrv0V5QYod3QDgnLcHpH+Du9+00nx+18Y53Qb/KOmKwKpCChBpcKyvEB0XH3J7jSrMORSjHT5rE2ZzNz8VPE74+Ks2KnHiwQyOm6zh/LZucdpVnoEDruwJ++moAPyfwKdFzD0tTvSkxXJqB+0ov1p4Q3A4C99qF5C0vZ7cnUDEjjC+rBzEpG+EOPpNFZeuvaajtEQRaAVCChB1aAZXacp8hSmZGtTNL0AAA2XSURBVHVeiJprP8Wwng8SnOku23W0Rrg8fDF74B06L1HqtQGPvsC2iqwiRk9zhvZGxTgyid7FxzSj8JQTEhIl3WuKEpwOv7QbXemvItBCBBpBUC3EfapKroMb3N6sqONEB2ieI89tRzZTpRUHoBMPSG7QPIXMsaP8nz/350i4lCSoX1/4iqGs54vKWfFRBrINnA/KqYu49mA7i3lfNs20HtIObvuO8KYjNUQRaA0CSlA1akp2OK7jHMgdscLVNOezmYeOC54YOsyNKjwXdqbIaxs20LsrR1T0TGB/FeWj3Gvd4bkeRg/BmucoaAaszXvhsOmDzyCJzzMPX7p2fvCpxzxkNqJiG8Bb+9RjHqKbItByBJSgatjAXE3H5eAgh03cod8R3umTsNJE5KkY6ULXgBT4WfDSd/Nlq468DyDbzhaWRzsEnbTIRyEh8Zo2Dm7/QIKl/WN58y0VsBG63TFZ83bH9JIXoRyM6cbp89LI7Bs7euC2j/pFWMf1Y71YPwrrR6ENrCPIBfUsOWyabRPzQNk9kOQPrq4sg8IynQBjd22ew5v9CTbO5K1ll6wxikAzEPCaYebNtZKdPe/0HWE9/Lw3dXzw+YAd3TIQcrawPNrBTpoeBIbxnE0/fzpkZ59mB8Np45T8/V8nafoMc2X9/DmYJQ3TLSKuzLh+rBfrR2F9KbTnUXCxSBlpaUf4sAwKy3TyqeewffBpn95sWloNUwTajIASVJtbV+umCCgCisACCKw6qRLUqltAy1cEFIGFEOgNnw1c8BgsZIQmvhYElKCuBVbNVBFQBBQBRWBRBJSgFkXwJqfXuisCioAicI0IKEFdI7iatSKgCCgCisD8CChBzY+dplQEFIHmIqCWNwABJagGNJKaqAgoAorATURACeomtrrWWRFQBBSBBiCgBJXRSBqsCCgCioAisFoElKBWi7+WrggoAoqAIpCBgBJUBjAarAg0FwG1fA4ENnq/7/jLlDlsvHFJlKBuXJNrhRUBRSAFgS2xcizLlBQjNGgcASWocTz0ShFQBBQBRWCFCCSLVoJKoqHnioAioAgoArVBQAmqNk2hhigCioAioAgkEVCCSqKxpPOuf98mZUnFphbj+/6m7//NT4rUeZuwDYZvJG2Pzv3NCTW9VAQUgQYioATVwEarwmTf/2uv698/M+J9MRIeJwXh9r5/f08SG8ICiB2X7kFCZXTa9f962J0g4fvT+U3kNU7acXoSzijjxInv3+9D58SI9zVpe3TufUHcmQ/ylcTmg4i7E3YVXU/anchOTxUBReCaEVCCumaA65g9Ot19I/YdbOtAUncrtoQXYnqpicX6k+Hl8ptMNX3t+/5G178PYpLXiN2CZO5BEJxlRjYswke9I1LuHnRRf7ThXsOqoOaKKAYzIqAENSNgTVf3fX/bijwrqocV77BIB/Hr9EpwHO0+PDNcrEMmdlOC8CaSTFzC9g0jXiAiW5CC3VKvQKdJ0be2jQhI2TyB1SXqDy3dFYGGI+A13H41f0YEPPH640nMeyvhD8fBkaHg/Cd0hK9EBpMd/MZ4uujKk3DMizIT15FW8a8Vr5smIt9P4tRG1g5kipzsG9pM22OxYh7ZSBfqyf37iZ0oJxnL88n4UEKWySgVRUARWDIC3pLL0+JSEPB9f7Prdw+6GLqBcG7mhEM4PoZ1YvWuf59zQCPx4QnFcTxCf7+b0PEjT4ZRY2JFtiWx4fogCIKLOAjnJ0fB0S6Oo7BhXOpdO9JPDOeZ3lCfh3P+lJEg+C8UmSaRbb6rr32YzAtlPz0OjvtIOCIxwRYE/zwMkB9Ox3boXTA8KWMKuEjG8RxBG90ErrgWfzj/hXDrwy5KN6HDtqBeLLxOxsfh8dFHW3WjebuzbjRHdtLFNcOpw/RGwn2ex4K6cw7O/T34sCEO16Mi0CYElKBq0JpGvBMRkxy62UIH9MJgOAudz4Zcbfdw6sSb8ISgz2E7FxfpDJAnzqZ2e5YMMmL3ff9vEyST1Eg9/5gI3YKNm7wedqjrPIeQnMbKQtjc+2R9kdHHIDg6wPGa91vEf4QryGLPCIfaZEjYjKfISMdO3wTwpmAUnzS463cP0AaYD3TkG88JIm/70Ay90WF+CEumFOoO83Tlj0XqhSLQBgS8NlSiBXWIO/XJqmyhY95jIDqpsc4Y1yNPJYVgToMgSCUHOz301UFHeNyF9+bDM/ATXhvLTRN00MF4uOcIzhtbHGEndISd6XiyxFU34YHE5yCDkddgpzv9g0TypZ3CjhdVFRa1m7sxSWZ5GV9YMZMYxlE1PKpJikD1CHjVZ6k5zoHAKTojzJt4XRHzXhKbFXnmgzSG3sKo84JKB+HOc/EkdASBMLcbkczOOxq2sm9kettCutdGvDMSlSS2uJxEEIf/TuNrI9aVb0XcUbDZcossoDna7+FsTJAfPQ8Eu51x7iT68VIJOIpbyi/rD0/yO7GYq8DJdhOxnE/btJgTRN2fioSHzBjXu2ib5zy/EupG83aSmKe7itczRaD5CHjNr0Lza2DF2w2G8yZWBn3UKElEuLzlOmp0UmPEA++qh0hBZzYiBl6Hw46N52lyjHkb5PUScRPlIERkHXGv4b3suSv3c2vTHYY/IYYkoRMML3EwPjbqjIahWB9EtHK3Yh4dB0fbED8Igoyh1HmqbtDOa8zzgjckyNuRH44nITBP5mjEnAWYZ4skcHrJeD1XBNqAwLIIqg1YXVsd2MnEmaMzQmdj3Z1zHBbfaYcpE+VDnYR3Yd4jj7NheObhKDjasxJuGhHemZ9PKlqRF0PSmYxy1+H48FMHZNl3Ee5n3At0QQU/sOPlpMCGg0SyCRvtRiJumacfA9xMVFFgiDnGiXzgxdp3Xf/+2X3//u5EnF4qAjcOASWoGja5wd1xmllBEJB4Pibitnz/r86LisOs2MP4vOiI/C6OgqP94+Bo08IrgP6YRwXSGcsb8aN9spO2In0Zblc22LNhkDv4vr/pTlJ+jkCYk0IvIqE6lpcZLiBIxDfuNIAHZERephjesSK/gqT2U+I0SBG4MQgoQdWwqdE5+UmzwsSdthU5kMRmxE7caYelCSqRjQTwCtBZjuWN+KGXEmYRy0foxDtXlQ3PQ2eDmSLa8aHCoXKpgxFxecpoM098398eXV7nyeJ5D3GczoikbCW8I+LmBcduEOxw/nE6lYYoAjcDASWoGrQz7pRHJDPsdO+Nm/V95D0MvYpkR5bQdcN7GCIcT528Yv4obw/HMdLB9QY6RD+pG4q4cvFHMqYrw22aNFwEhsCCXBuc1ow/YfTAbLLeYkDcvn+/LxOb7/sbvu+n2jyhel2X2yh/g5njuI3jaG4O51N7EARnx8FxH0RFm5OkD91bTI/j+G7FpIaPa92QKysv5aaKyIG0eEPf0+LaNaRqFsM5Xb97AOLYN+h0ZXxjh3+WDDIZf5TIp/CPFcN2PvT4jNWXLuY6IO5hTyMey0h2pCCD8FBStgBDUwwGaQQ8JgW2paZJ6qSdww4+oDwlwGSP+kEQXCBvd87robgFHUh7AXH1wPHEiPcV9ezLkrYYj0RxsMs76fp/PTTT7Snx5vv3+bAt55v2fPcs2pqPOEdsOA737xlkbx92h0vzh4o39nD48PPejZUHnw8KGr7R0V6jrW+V8eYJiIMP264nqnVpJdxNXLtTEMO+Oxn/OQ8wTDceNH1lxbATjCM4LEcPjJIsFzekshuAFGLFtCPiuYLtPBkXFqwgTOrOen6E+TIj8iolHW1nHSiOZK1Isp5y/Zt9M1EGsLUPEUbbcLjafd/f5BWGZ30cOd+EGwa+Ud6+w7WzH0fuH4cYSxDdFOCmgcEjYX0powA9UQTahIAS1Mpb03Vskx0PrSI5+XEHxYBYEEZv5zS+5hEd9wGPFci5FfMoCK7e0mDFbmbna4NE3GkQBLQtEXR1Gq9GvAqZ/QwktWuFz4vJWP1TclrqEBgw4o1Emk3naBuulEyYeGuIp8mz8aOdWAhiRViG6KYI3BQElKBW0NLsYK/EosMNN43Ic4hbao2O6KmVcBOdPT2UKQv9aHHAsJNz0ZfwXNK8KheZ/DkO/tlD3ndYBstLikXHfxwcodx/HibTWLH7jIslGXeMuZPj4YtmcRzrcGHTQZyGR17HaXldRpJp4rQBvAmWZSXki21HuMV1sSBYxCXxiZNOHSdtmFKQyRfMhqkkgba6QJkcPn16ZYewHbdZBwtsYxHkyXKiOnjdWD8+Ip+fEOczT+rFwpsGxN2J9YbHCfKLtfWoCDQfASWoFbQhO9grCS4CDKUdYfgKskdhR8SwNNN8/689E81rjIaO0FHtZ+lLygbdM5bBspJCm1LUBfonjIslTSctDOlQTvIFsFfeVZxX8fEqzWQZyJ8vtt1P1oHnAYY6EXcxqZ92HYDskjKpw3yS8bhOvWlgOsShLY8OjoZL5olxFBYgfAyHkW3MO9aPj0HOw7+IO4v1hsd9lq2iCLQRASWoBrVq179/YqIPDY7ICeaf4w5dOykAoftNQ0Dr23YElKAa1cLmbMJczlP1cFc9uiOfiNdLRUARUAQai4ASVIOaDt5TkDD31ErIeYrMIaeErp4qAoqAItA4BNpMUI1rjCKDMZQXGJFXXARwHBxtw3NScioCTeMVAUWgsQj8LwAAAP//J1UC6QAAAAZJREFUAwDm/ecZjT5Y4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48" name="AutoShape 4" descr="data:image/png;base64,iVBORw0KGgoAAAANSUhEUgAAAagAAAClCAYAAAAJW2mqAAAQAElEQVR4Aex9TXLbSLbuScjx2jOpNlCUVyDVTH4Tg+6edZRNR7nf1PQKLK/A8gpKXoHl6buusOyKO7stwZO2405KWoGl2oClmfuGibzflyAokMQfSYgEoIPAIYDMk5knv5Tyw8lMAJ7opggoAoqAIqAILAEB3/c3fP9v/pX4G3nFKkHloaNxioAioAgoAgsj4Pv3+13//okR76uR8PhKvK8MZ7ykbEpQKaBoUEMQUDMVAUWg1gj4vr/ddcQkr2HoFuQS8jEhvN4yIq+hF/jwsBA32pWgRlDoiSKgCCgCikBVCIBsNo14gYiQmM6tyNPj4GgD4idkg+HQIVHdM9BHutGwnye6KQKKgCKgCCwbgdaXZ8Q7FJF1yKmVsCfinfnj80/biJMgODpA/CbOTyHwplw6nCKF+9UfRUARUAQUAUWgIgSGc0r0nC5BPr4nXu9q3imeg/L+6Pr3L3wMAwZBcAE9kJg4T8oHkdEUjz8qioAioAgoAopAVQgYkV3BhuG7XZIPTuP9I+JeUhBwDlk3kacl0DtD+L5gM2JdeiUogFHHXW1SBBQBRaCJCPjRQgd6TzA/5DAfjtEOAgqOgqO9I4gVrx+FSmd4lFBCR1Ai9iHDPP6oKAKKgCKgCCgC1SBwy80tIa+P8IoucBztVuwmh+8oRsI9ibaP0UFkqM+5KPEx9KcEFSOjR0VAEagIAc1GEchCwDwBMR1ToHEP8tFK6IbzcB7vQ1K7taEEFUOiR0VAEVAEFIEqEdhIyQzekn0Th2PI7xBe00l8PTwO030/U4IaIqIHRUARUAQUgcURCIL/Coa5bGGYbkg2UQgIKTgOjvs4PmeIFfmVw308p0B/E0fOX12CuFZCUChfd0VAEVAEFIH2ImDes26eeJPDdwyWo+CIiyHgTYlguI/nwg36fR5FrFtc4UUX+qsIKAKKgCKgCFSDgBXjSMeK7Pq+Hy+aGMvcirc3DNi67993etB/wTArawc8evxRUQQUgZIIqJoioAgUIhAN8zkvis85BaGYEyteN5TQEQ8zoI5FGCUUuTDiuaFBI/KKcYLNg+iuCCgCioAioAhUioCVQR8Zcsk4SMoeeBL6uJ7Yv2OeKfRBSq8RsQ45Da+Wn4sSFBDRXRFQBBSBG4DAUqsYRK8vAilFnhSH74x4X7r+/TNIADnjNcMFG0jqlQWJMR0u3a4E5WDQH0VAEVAEFIGqESDZHAf/7FkM5YlYLi+/RBl8cwSfgeIR1/YN44+Co13qI360K0GNoNATRUARaCQCb8+t3FT57czN29S93TindBwc94+Dow14ST+QkHjk9THCGZ9WByWoNFRuaJhWWxFQBBSB60aAXhIJiceispSgihDSeEVAEVAEFIGVIKAEtRLYtVBFQBGoFgHNrY0IKEG1sVW1ToqAIqAItAABJagWNKJWQRFQBBSBNiJwUwiqjW2ndVIEFAFFoNUIKEG1unm1coqAIqAINBcBJajmtp1aflMQ0HoqAjcUgXYQ1LsvG/IfX/xcefdl84a2sVZbEVAEFIFGItAOgvou22K841z57vVFN0VAEVAEFIFlIrBQWd5YanoZRZ7IVPz5nvxHivx2vjvyaP7/l+2xcvRCEVAEFAFFQBEoQMBz5BK/x2rgfcn1QlK9FHkhJkWs/DrKy/P+iN6V9ecJjgfy25994bBcgXEarQgoAoqAInBzERj3oK4dB7uFIp6Ita9l4J05sqLXhkDdbyYCWmtFQBFQBLIQ8LIilhDOj1M9AVF9AVHtL6E8LUIRWA0C8QhF1rEhb6ReDXha6k1GYJUElcT9mbz980SH/ZKQ6LkioAjUGwG17roRqAtBoZ52SwZrgZIUoNBdEVAEFAFFQGpEUGwNkFRoDnmmoggoAorAEhE4FysvlypLrFxTi6oZQQFGa+65VX44bfiu5isCikBTEDD2TP7R2VuqNAWbFdpZlqAuxdiPuRLffYi8GumJOZ2rbtbuzZVOEykCioAioAi0BoFyBGXsifyy6edKfPfxuLM70nv847Y87hgR80hE3kDK7h3Rh3vLYqV6ikD1CGiOikANEChHUIsa+vjHQxBVX9bCO1LWqzJeT3RTBBQBRUARuLEIeEut+aM7Z7I28FHmOSR/N6KvRxLdFAFFQBG4uQjMSVALAPbozoUYUzzHZOzGAqVoUkVAEVAEFIGGI7B8giJgv/x4wIOKIqAIKAKKgCKQhcBqCIrWcFUgjyqKwJIR0OIUAUWgGQisjqBWhc+7L5vuMyDucyDne+49gHwXWp7wcyJv/+yt5C0XtJdvf6cNeTYm46g7ki/RhxyX/fZ42j36NAtwju15e34oSVvj80VWbbJubB+WEedXdHx7vu/e5M80Li1wos2r+rvUchUBRWAKgdURlDWbU9YkA6w5S14ufG6kDzKyEn9SxH0ORF6IyDPhw8F5ws+JiH2HtF+Rx6EjOCS8tp0dLgn07fkZyvzi3v5OG/JsTMZRdyTesfAzKQOPtlv3zkN23qMOes6OmTaSgGLyjInn7fkFMLrCmWWPbBHi/VCStsbnRjZk1o1lsy6sG9uH5cT5FR3Z7tSnuLTescM6eqHrmSPRt+cHjsRIYHkEGttBW9KkqF7WbLvy0tKmhv2pH98swrQJ8VbmeHPFRBrxDppQ1Xlt9OZNuFC66E61k5uHkROpdssvr3xZD12Hz44jr9Mqn9+4Ju/o+SkSEqhIVTYnyrBbws571EGjY/7ule/w2BlHxPnV4cBPp7hOXiLiEVlPFHY9pyQM2sCyo7pUXU5HonyfiKubfSdrJvuN+6HddPpMkybF1q3npp/Mk+UV56kadUcgfnZ0kWPL5/O9lbThwCtexeeF9X4nHzsNzwsqey0TyY5vdHcdolx/Jz9vw0ed4zUQZwmD6LXRU6PHI7IaG0qYqSqKgCJQDQJeNdnMkAvvwEWeFKR4I3xmqkCpBtG487WvFyYpkhPJTuzWgnVqb3KSE992L/KwvZXUmikCikASgeUSFOdVOCyTtCDtfC0s9rDS0q0qjHXifMw85Y/ISdbnSX4j0ozISQn8RrS3VlIRGCKwHILinAHnbKJ5lWHRGQcjzxviPY1XwHgHM6/yY8freRzKVHIaR3P8auBhIljJaRyUFl5plRSBCQS8iev0S6644+T9LMK5ApISV0VxzoBzNum5J0PfyC+d7MnopGb9zjsSev2ZzBp4rGtnpjQi5+5t8SJvJF4FlHyDPJ8vo8yYaW3VoyHhWYf1orfvi7wfYUSsiEtSRC5rW281TBFQBEp/sLAjnLyfRThXUI6Uomag5/S4M1sHH6Wc9fdy2MG/cp0X37Ruw65MibxExueQ8ruVXSm7RUOCRXNxcW6XOHnlXrb7uLPp3hZPrOLVP8k3yMdvnedb5CnGPEXa+uxJgkieW7mQyY0eprX7k8E51yBttOXjzsYQo97Y931ibOIj9YiRe4lxTq4apQgoAitBwFtJqclC2UmF4U/FnlMy0Vznb9DB/yDslNhBsVNnB883rf/jTiBT0tmD7qYYeY7SSBA4FO7lPxNivJJkZk5hNz9bsjvX0Gc4qPZ5skIIoEDMSPhrIfE2wPFKiH2a/L87J0g5vkceaZnhz0t3g+FI+04wnkmJq0UX5NwKD1z5rHOaFJqANk5LlxXG8grzVAVFoPkIeCurwoiYNn1J65yqNszKGTr46bt0Kdg45BiGfAN7OZJa86ibn2n0HFiJYSt0XHz7+6IdaL411ceG4YkjfL4YeJHcy3mkl8L24Q3GImUtkpbtw/KzpChvE144vLLST4azvKI8ryHe7m1v2L0df3myPfvD29dQb2ZpX9/ehPgqt0thQMyqEK+KTObKg8N/XFrtntb/Utypz1VIRYkcgZpyw49WtqVoC71ekQriL92nSRbt5JFRI3eubhTpFNpuw95SbnAKDclXaEfs7W0x4fHSRFBeXYDzpI8JkWMVKYeBVLN51WQzdy7rSPlE+DocLqiI5mUQVMOdQ4H0+opMM3azSEXEFhOUkb25PD5pyVbug5VvnOfRkiprNRQBRWAcgVUT1JU19KhIVHxH3FVozc68g0oMYl3zM7oUL6ymrPxy6hvr2WKv2t5wjOrbempZqxBYXWW81RWdWfIz90JTruDKVFlRxGAwPZE/qynR0FVRquBGe09Ehy9Q5TFbLtV7ygZHYxSBNiBQkqDMae4qpazVRqNw4ZLtNwCs3EIDvvInNHyAFUlqtLu5qAXtMVI88WtlcSKUxm8c/s2uhLGKUTY6GqMItAKBcgQ16yqjyVVHbjl3py9c4h09l1P8fBGHwfhgcCtgTlTC87YTVxmn4exLpTNyWkJw9UWUmYsMzc3GqHrUNUdFoHYIeEu3iK+H58OmIvSo8os38kKiJdn5ek2KDaXYgxLdFAFFQBFQBJZPUDHmfKhS5H18mXkceCUfaM3MQSPaiIAxOsTXxnZddp20vFoj4K3UurWwDPn0VmqjFl5PBMrM5dXTcrVKEVAESiKwWoJyT8Sb0wJbO60b5iuosEaXQCD6cGIJRVVRBBSBpiKwWoIialyAwWOefJcSD7/KNWzXkGWZoSmzdrPnqW5J8fsD1YMS3RSBtiOweoJqO8KT9bODi8mgqWtrS6z0m0rVngDnWRdUx9xwjArg0WhFoA0IrJ6g+K2pNiBZtg63pHhy3xidd5OCoV8+hlDHh7llju2a/gfmsESTKAK1QmC1BBW9VaFTK0Su25hHd+hBFTwHZrckwua6ralx/raYyMO1thD5zfofqPFfnZpWLwRWS1BrptzH6Pjgb71wW9Sa4odMPW9v0UIand6YYoys3ZMmeFFlXjL87kt75lkb/YenxtcDgcgKLzqs4Jef2eAwTXHRBd5GcQb10zBlXuP0UN7+ubiHUOrNFfVDSLxBGYw6MvAWJ/I6eKvlPsFSw4ZSkxSB60PAu76sM3Lma2z4aQ2RJxkak8FlOqrJNPW+5qc7REoQrz2Ye6iPnsXb80Ox8mu9wciwLhoKLX7biMgz+e3Pct/qSiuKr9PyvD/SoioLs6Z4VSI/zsg2q6xQzUgRaD4C5QjKehtCYplnGIJp6AnwMxpvz8+En9Qo5zlF6IZhOz87YaVMvdbFfdTxz/KeFDs5droD70xEHkKau2d/TmO8Tta+FtZ5PDT/iqTm/h7lRb5iBbFGiufTRDrCFySz/aT120fUkC+QLhL+DUO1BnsoHHIusrcN8edSo80rZ4vdcsQy8L7I23M7kzCN2Hco5xlktslgjt1X8QZxFFy7/VbI+bcyfwzrQvzodZLo0zowhjGOw6YkJr7DUATpalfr2Qzi3CP/BsqkYp1JOCQe3hSlpeFNVnyjRFITme3vMS3PMmFeWG4UgDdubD9nI25KaG9SfjvfdURMz5g6Zcqup05gXvz3XqHsfa4NQZmn3wLz5Nte2wV/LrXBHLZISYKi6tLlUjzbX3qpyyrQDWGZ3dLFsfMiUQ28r7hBOBMSFuXt+QXmYb46UNYjVQAAEABJREFUEhPhsOl66TyboBj9DZT8TIt0hMTDmyLiQnwoJC7eWNF755CgQG+ZdXfPdZmiN6bEFq3jBDdzuKmjvUnhcC2JOPKM+9DTvYkIqM2lEagvQRl03u4fu3RdmqcYzUWVmWeZrFtHSFiUNnhKk7VLXvNvgH8LybBy5+sJjJbjKeXZZYQes1S4kcgqzE6zUgTqh0A9CYrfjOJnOeqHV/UWuRfmlr67rr78JuQY/S3MQ+T1qZ2rQ8XtXIfVh/VBWC1pIQJ1I6hL4Vd43T9zC9FOqxKH+tYGvozenCC6pSHwuNNHcLNJam3AxS5lhytR3YJd30dYAJBGNx2BOhHUK1kLN4UT401HdVb7SVKPf+T7917NmjRfH3fsVriyKF+tKbEkKXrXItV18swryvP6UeBwZRjiZqQi+5v6jNv1I60ltASBVRPUubADXQvvyOPOrrCjbgmwc1WDGNCDLLtyLbuQc2Gn60gv5PLYbM2mxdC7XgtJ5sUfu8yvG7x1eeluiphnvm51sVyVSvsXb2ORGn6duTqg2p9T7/cdf2H5z//L/4XWggWCCgNHEvyHmZSqh52Yv8gbMfJcwvAnkBI8ps4eiGmxpY38PIOVl64eWUcJq+mos/KPw8Ur83xT9h8UPchfNn031EmseIefrT0Z814cMXU2Je50K8cGOMZ1zTqyzEnLqrymJ/K40wO53EG2byAzeFTwKvn3txbGf3sXSC+5fzus56Lt6goZ/tD+qzZ+Pwyd7cD/pTKfbpktV9VeJgJWjmVRGYT7yzR52WV5bkjtH5094T/MpPAO/HHHgEjyhWTDO/80WQvpHUXpmT+HaX7p7AvvJKuqLf/hWYdcuRNUUlxuGR3g+ONBNeXAXmL1uLPhyIqdKjtKCjsnkVf4434ZSdhFZ/0D2qk3IqbYiKqxIYEWYcAy4/Kv88hyYoz4N0hyJj4UEXb8VxiJeQSM8Lf447bw72/SWy+qU0z4VdaHWEZE+4NrY9pNYdtOtbGgrdHOrCf/J93/0o/lnq+q0mbNSxFYIgJeJWWRbPjPlibsROJC9DgfAsSVnWrcibrOqbMr8TXjJzvc+Upqbir+DZJEYkzY8XPIdHSNzryuf4tsO7bhyFa07VQbd/bczSTr2dxWUssVgZkQqIagZipSlRUBRUARUAQUgWIElKCKMVINRYAIqCgCisCSEVCCWjLgWpwioAgoAopAOQSUoMrhpFqKgCKgCDQXgYZargTV0IZTsxUBRUARaDsCSlA1b+HeO3/DPcz3fmevlya/3+31Wv6wXs2bSM1TBBSBa0JACeqagF0kW0dKH+7u9j7snMjat69i5Vj4mYU0sfadDMI/oHvR+3D3sPdhh++sm7F4VVcEFAFFoH4IKEHVqE0cMf1+d9+RkthfYdoWpOy+LmIfQvk1SOoMokQFMHRXBBSB5iKgBFWTtuthqA7EdCbWPqvApA7yIFEFvXc7mzjXXRFoLQJasfYioARVg7btYTgPxPQOpsALwm91+z1ZkxOdo6oOUM1JEVAEloeAEtTysE4tCZ7TPobmOJyXGl9B4DrmqAIlqQqQ1CzqiYCVl7KoVPky4Hqi1Eir2k9QNW6WHhc0lBrSM+9FzHMx0pU17ycnPDfmkRjzSkTOIXn7uiMpHe7Lw0jjmopA/A7DRY58j2NT699iu5WgVtS4Q48G3lOOAUbeyEDuHD741IPsH/78OTj8+79OnPD850+Hhz9/2j188JnzTE+RUx5RrWO4T99+DZB0VwQUgWYgoAS1qnaKvuOSNed0KfCOQEj9w0efS30rCyR1IIPb20JSy67TVo/zXdnxuTFccNGD15f+PNaOn5U4Wp244/cmP9CW8/yWK2tSn9cZaaIy7vacbR92Atg58+dVojKHeUw+cwbcaH9WHecN540KbO07u6fK3OnTpnnz1nSKQNMRUIJaQQv2uGJP5F5G0ZcYwvPhGc3s7Rw+Ci5IavkkZffYmWeUnRrsOlB0+vDAvkDhNfJ/MSVWjqF30ft952CqU731bVsQPyURSSPLlN2T/pQ+85hIw7JYprjnxew7Z5cIsaVI0UYsYHcfcuLqx+fKjEzXj8v+UT70LMuDZBJyUZmM75HwPuycYej1D1ynYyrymjb1PuycQPSxAQCl+81CQAlqFe1t7W5OsbscwsuJL4xyJCUG81apqhjq+3epzs51/iQmdpRRp5+aYSJwXaw8Qae6lA7VddprciIsU2bferxRWPt2gpSvIeWfObPyRCKymnkZ/9BjOhESnkgH5ZbZaRsfG9AVmWXQUp16IFCBFUpQFYA4SxbsoKCfdXf/0Q3VQWHhffAXktBlej6WcelRw1BnJzt/kSxbh5qph3WEvgYB7ON4LXsPnhoyJrGwLJzOtrv09JZEOrOlHNO+58gYQ49joRkXDtNByKFHEk6GVm7wFjwuXZGZC5FGtgkBJahlt+b3sJdZpJE9qWjjcJ9YySKILXpHkrElOtL1DJVywdY+c15OOe3SWi5PK09KJ5hQjMhp/vQT2dFrPEaexUN+g/AAafMw5Q3FR+jk7W1Ykblp93b89sv2Rl5DLjPOvr69CfGLRMTUxmbBpgQFEJa6G8nqyE4xNMe7a6lsC2/vY06mmypy+yKtHM7J4C6d8195HWmcNO5Q2almrSDcFyubMrXNHcC86DnNlQEXI8CePHK7BF5vJF7Wb8wj6L8UkVNI9m7lMJf0OZwoku458Rket1rz88bhg88+xGAe8icxAjskbcMwrZDspKHbEzHhcetFbm/Xpn04p+vJsRSJ2PS/0RVVRAlq+cCnD5mhg6vaFHpRJL1UeRSkEpR433ZhR96w16VYeRktf/8cd6jsVDcZJuzYRS7laiPRVeYZIts82xCdvTvP0MiLDA3YbJ6DHDaAV3+0rJ9L+R9+3kP4dlQ/IRmnZVFAGjbDc0aZzH9itSbnIWkHCuLjAzhM7fdKeW1TyTRAEWgOAkpQS2wr10FmledJICvenAeQ3YHTulN00tuHKR0qI7kknh27DG5vyvjd/9ykwnwLBJ6beU6PAyRikjKVbmIFYCL+EulBsp/2E2FTp1H9PvsTdUvqZZNGuhd56fBK5jBxjvocCG8IJsLdpTW77qg/S0dAC1wOAkpQy8E5KiUMM8d3cbe8coKSNZNxl+/MBznd9tlJu6ucn6Hn1s/pyHNSzxIF7+PB50128vQ48lIObw7Svdc1zy9Kn8wbbdXHdbonNRtplHrGTThUO+6Vonju9iF/VRSBtiKgBNXWlp2rXpYdb3rKgfRIPOmRGaHfb/MOHx5ORvwiwZgbIjGVziLMqBs8vVnIaVSekYxhS/vQzeNJqW1rSJy5yhHuJvUGpkz63Mw1UhGoMQJKUNfROFl5huJL+ob5j/SIZYUOO9X0CVJ24hNzJGXsch2rMSSpMurldWgP5obKJ4CmtT38Tu+etz8dWBwCL4qEkU6+t/6d0s7mIjXXgc0gunFtkHEPw31jQ5ju+u//OhnX1CtFoD0IeO2pitZkIQT4toesDObsxJnd8I0Y6R05FeaRGe0Zkm/aPNjlXN7TyGaTTg6hTVm9ZbkycpTy6sQ+7H3YOdMFD1eI6JkiECOgBBUjsYxj9kIIrnRbhgXZZViT0qlG6ot14sjDCL0NqWibnVSyyTedYMoaam359IPbJKgsou6Ida+KAlHd3e/9frc3JNWyllSpp3kpArVBQAmqNk2xYkOs3ciwIH0xQIZyanAo5RYDSKmtPCkUZ7fJ56LmFcl+pm2qZDfcueZxmDFvOBdEZZ+5j1euffsKz+oEZOUIaypDDVAEbgAC3g2oY32q6Hnp8xCwsFfydTlQbd6e7Tmuui4dkMyLuUUkfVVgRq2cJ7rmcX4q/6Hfq/RbICtHWCCr6EW8GW9zv0qiZ4pAexDwZq2K6s+PgOugspLnDLFlJdHw5iHAv4HDB5+3xZhHkv1CX0nZ1sXKExmEf/R+vzvXwo6UPDVIEag1AkpQy2+ejLtn26/aFM5j9OCZpco7f6Pq8jLzy169mJlkSRGnYqQrVUsoB1KwcfFIvDJPSFbRl5FPC5JF0dE7Dk+iC/1VBNqLgBLUstvWmKwFA1skkkrN4WuLrBxLmvyf/9ksWdZMw1ipeXpStiy53m0q9wsuF69cZlyS78jq50+79KwgRhxhmlewNmtRBaIEfy/qSREIlfYioAS17Lb1zEFmkVZKPRMjJTZ6T+jodjNUzznUNBaXM0+08MOgVnxZ5fb9dpa3sb1Ks7LKjgjTERaJ/Sn00hdW0JNapicMQ3RXBJaJgBLUMtFGWUNiyBrKuYfJ8GqG+tb+TSLMWL5upucwsjtxkTDMIjrUKH/v/X63B40OZGW7W0EnkuaNrM9LvkyHtgpSpcKFDPCoDty7DUXSSSr1oeCVQa0FXyMCNzFrJajVtPo0QVzZsc/O7+py9rOe+5ifzXpP26UM/kLyGst42ImnE6eVJ+5FsmMpii+cF2dtXl2LM6lKw0ggadu85Bu9OonDn9PyP+HYak1iByKzKVJq+b1rGyN8jkqmttSHgqe0NEARaCQCSlAraDZ3VyySTgYi0Qfpft+Za1jMkRMIJbNaVvZdh5emYCW9ExRsa/zekT/bwopb30hOK/WeYHm8T5GyiwBWs94QkHDE2ixP93TyhbrD6zQPqOPycoYU/qTbX5hMFRSB5iKgBLWqtlvzsjo4WrQuVo57v9/dd14IQwqkB0LDHfoZ0j3JUT3lpzIy4/NXn23J2regTIdKm3v04qzk2ZJpxnVEcF4H+aY/dDwIg7IkxboJyBp5ZQyfCklZprYsD2gtZbh1KjEDzGw3B0xSvdDj48cbVUTKYEC8qm+FeXIMhSMIZWyuSkeq2LwqMtE8Zkcgmosyz3NTYhIcpPCVnT3Ip4+jH+vzvIf5Hcg+4khMx4jL81YuJZ8Uxd3pR8udkVXqDpKSE/fmhXc7nMAfUyJ59T7c3YXNtCdJTmnzP2Npl3JhJGsRyrqQpD7s5N00SI/xa99ORCT9pbrwiofeMVSm9oOpEBfAd/EBM3ee82Ntuu2eoT05CauLMnufz8yL/95TKYkB8KoO/cVyMk+/BebJt71lyWLWXqVWgrrCYulnhw8+7YuRrM96X9ljhZ39a7Hwqj7suLkMnmOY6R3kGRTziAnR2I3pR6SI87z9+1/YEeYRyrrwo4Zr8gUd9gUkXihwBs/ii4j9FdmvQ+KdQ1vMM75e2dF5UdkETJtfoz5nPXh/joRBSO5IT/bDzhkMfw3JxjrnBsCVnflgrv0V5QYod3QDgnLcHpH+Du9+00nx+18Y53Qb/KOmKwKpCChBpcKyvEB0XH3J7jSrMORSjHT5rE2ZzNz8VPE74+Ks2KnHiwQyOm6zh/LZucdpVnoEDruwJ++moAPyfwKdFzD0tTvSkxXJqB+0ov1p4Q3A4C99qF5C0vZ7cnUDEjjC+rBzEpG+EOPpNFZeuvaajtEQRaAVCChB1aAZXacp8hSmZGtTNL0AAA2XSURBVHVeiJprP8Wwng8SnOku23W0Rrg8fDF74B06L1HqtQGPvsC2iqwiRk9zhvZGxTgyid7FxzSj8JQTEhIl3WuKEpwOv7QbXemvItBCBBpBUC3EfapKroMb3N6sqONEB2ieI89tRzZTpRUHoBMPSG7QPIXMsaP8nz/350i4lCSoX1/4iqGs54vKWfFRBrINnA/KqYu49mA7i3lfNs20HtIObvuO8KYjNUQRaA0CSlA1akp2OK7jHMgdscLVNOezmYeOC54YOsyNKjwXdqbIaxs20LsrR1T0TGB/FeWj3Gvd4bkeRg/BmucoaAaszXvhsOmDzyCJzzMPX7p2fvCpxzxkNqJiG8Bb+9RjHqKbItByBJSgatjAXE3H5eAgh03cod8R3umTsNJE5KkY6ULXgBT4WfDSd/Nlq468DyDbzhaWRzsEnbTIRyEh8Zo2Dm7/QIKl/WN58y0VsBG63TFZ83bH9JIXoRyM6cbp89LI7Bs7euC2j/pFWMf1Y71YPwrrR6ENrCPIBfUsOWyabRPzQNk9kOQPrq4sg8IynQBjd22ew5v9CTbO5K1ll6wxikAzEPCaYebNtZKdPe/0HWE9/Lw3dXzw+YAd3TIQcrawPNrBTpoeBIbxnE0/fzpkZ59mB8Np45T8/V8nafoMc2X9/DmYJQ3TLSKuzLh+rBfrR2F9KbTnUXCxSBlpaUf4sAwKy3TyqeewffBpn95sWloNUwTajIASVJtbV+umCCgCisACCKw6qRLUqltAy1cEFIGFEOgNnw1c8BgsZIQmvhYElKCuBVbNVBFQBBQBRWBRBJSgFkXwJqfXuisCioAicI0IKEFdI7iatSKgCCgCisD8CChBzY+dplQEFIHmIqCWNwABJagGNJKaqAgoAorATURACeomtrrWWRFQBBSBBiCgBJXRSBqsCCgCioAisFoElKBWi7+WrggoAoqAIpCBgBJUBjAarAg0FwG1fA4ENnq/7/jLlDlsvHFJlKBuXJNrhRUBRSAFgS2xcizLlBQjNGgcASWocTz0ShFQBBQBRWCFCCSLVoJKoqHnioAioAgoArVBQAmqNk2hhigCioAioAgkEVCCSqKxpPOuf98mZUnFphbj+/6m7//NT4rUeZuwDYZvJG2Pzv3NCTW9VAQUgQYioATVwEarwmTf/2uv698/M+J9MRIeJwXh9r5/f08SG8ICiB2X7kFCZXTa9f962J0g4fvT+U3kNU7acXoSzijjxInv3+9D58SI9zVpe3TufUHcmQ/ylcTmg4i7E3YVXU/anchOTxUBReCaEVCCumaA65g9Ot19I/YdbOtAUncrtoQXYnqpicX6k+Hl8ptMNX3t+/5G178PYpLXiN2CZO5BEJxlRjYswke9I1LuHnRRf7ThXsOqoOaKKAYzIqAENSNgTVf3fX/bijwrqocV77BIB/Hr9EpwHO0+PDNcrEMmdlOC8CaSTFzC9g0jXiAiW5CC3VKvQKdJ0be2jQhI2TyB1SXqDy3dFYGGI+A13H41f0YEPPH640nMeyvhD8fBkaHg/Cd0hK9EBpMd/MZ4uujKk3DMizIT15FW8a8Vr5smIt9P4tRG1g5kipzsG9pM22OxYh7ZSBfqyf37iZ0oJxnL88n4UEKWySgVRUARWDIC3pLL0+JSEPB9f7Prdw+6GLqBcG7mhEM4PoZ1YvWuf59zQCPx4QnFcTxCf7+b0PEjT4ZRY2JFtiWx4fogCIKLOAjnJ0fB0S6Oo7BhXOpdO9JPDOeZ3lCfh3P+lJEg+C8UmSaRbb6rr32YzAtlPz0OjvtIOCIxwRYE/zwMkB9Ox3boXTA8KWMKuEjG8RxBG90ErrgWfzj/hXDrwy5KN6HDtqBeLLxOxsfh8dFHW3WjebuzbjRHdtLFNcOpw/RGwn2ex4K6cw7O/T34sCEO16Mi0CYElKBq0JpGvBMRkxy62UIH9MJgOAudz4Zcbfdw6sSb8ISgz2E7FxfpDJAnzqZ2e5YMMmL3ff9vEyST1Eg9/5gI3YKNm7wedqjrPIeQnMbKQtjc+2R9kdHHIDg6wPGa91vEf4QryGLPCIfaZEjYjKfISMdO3wTwpmAUnzS463cP0AaYD3TkG88JIm/70Ay90WF+CEumFOoO83Tlj0XqhSLQBgS8NlSiBXWIO/XJqmyhY95jIDqpsc4Y1yNPJYVgToMgSCUHOz301UFHeNyF9+bDM/ATXhvLTRN00MF4uOcIzhtbHGEndISd6XiyxFU34YHE5yCDkddgpzv9g0TypZ3CjhdVFRa1m7sxSWZ5GV9YMZMYxlE1PKpJikD1CHjVZ6k5zoHAKTojzJt4XRHzXhKbFXnmgzSG3sKo84JKB+HOc/EkdASBMLcbkczOOxq2sm9kettCutdGvDMSlSS2uJxEEIf/TuNrI9aVb0XcUbDZcossoDna7+FsTJAfPQ8Eu51x7iT68VIJOIpbyi/rD0/yO7GYq8DJdhOxnE/btJgTRN2fioSHzBjXu2ib5zy/EupG83aSmKe7itczRaD5CHjNr0Lza2DF2w2G8yZWBn3UKElEuLzlOmp0UmPEA++qh0hBZzYiBl6Hw46N52lyjHkb5PUScRPlIERkHXGv4b3suSv3c2vTHYY/IYYkoRMML3EwPjbqjIahWB9EtHK3Yh4dB0fbED8Igoyh1HmqbtDOa8zzgjckyNuRH44nITBP5mjEnAWYZ4skcHrJeD1XBNqAwLIIqg1YXVsd2MnEmaMzQmdj3Z1zHBbfaYcpE+VDnYR3Yd4jj7NheObhKDjasxJuGhHemZ9PKlqRF0PSmYxy1+H48FMHZNl3Ee5n3At0QQU/sOPlpMCGg0SyCRvtRiJumacfA9xMVFFgiDnGiXzgxdp3Xf/+2X3//u5EnF4qAjcOASWoGja5wd1xmllBEJB4Pibitnz/r86LisOs2MP4vOiI/C6OgqP94+Bo08IrgP6YRwXSGcsb8aN9spO2In0Zblc22LNhkDv4vr/pTlJ+jkCYk0IvIqE6lpcZLiBIxDfuNIAHZERephjesSK/gqT2U+I0SBG4MQgoQdWwqdE5+UmzwsSdthU5kMRmxE7caYelCSqRjQTwCtBZjuWN+KGXEmYRy0foxDtXlQ3PQ2eDmSLa8aHCoXKpgxFxecpoM098398eXV7nyeJ5D3GczoikbCW8I+LmBcduEOxw/nE6lYYoAjcDASWoGrQz7pRHJDPsdO+Nm/V95D0MvYpkR5bQdcN7GCIcT528Yv4obw/HMdLB9QY6RD+pG4q4cvFHMqYrw22aNFwEhsCCXBuc1ow/YfTAbLLeYkDcvn+/LxOb7/sbvu+n2jyhel2X2yh/g5njuI3jaG4O51N7EARnx8FxH0RFm5OkD91bTI/j+G7FpIaPa92QKysv5aaKyIG0eEPf0+LaNaRqFsM5Xb97AOLYN+h0ZXxjh3+WDDIZf5TIp/CPFcN2PvT4jNWXLuY6IO5hTyMey0h2pCCD8FBStgBDUwwGaQQ8JgW2paZJ6qSdww4+oDwlwGSP+kEQXCBvd87robgFHUh7AXH1wPHEiPcV9ezLkrYYj0RxsMs76fp/PTTT7Snx5vv3+bAt55v2fPcs2pqPOEdsOA737xlkbx92h0vzh4o39nD48PPejZUHnw8KGr7R0V6jrW+V8eYJiIMP264nqnVpJdxNXLtTEMO+Oxn/OQ8wTDceNH1lxbATjCM4LEcPjJIsFzekshuAFGLFtCPiuYLtPBkXFqwgTOrOen6E+TIj8iolHW1nHSiOZK1Isp5y/Zt9M1EGsLUPEUbbcLjafd/f5BWGZ30cOd+EGwa+Ud6+w7WzH0fuH4cYSxDdFOCmgcEjYX0powA9UQTahIAS1Mpb03Vskx0PrSI5+XEHxYBYEEZv5zS+5hEd9wGPFci5FfMoCK7e0mDFbmbna4NE3GkQBLQtEXR1Gq9GvAqZ/QwktWuFz4vJWP1TclrqEBgw4o1Emk3naBuulEyYeGuIp8mz8aOdWAhiRViG6KYI3BQElKBW0NLsYK/EosMNN43Ic4hbao2O6KmVcBOdPT2UKQv9aHHAsJNz0ZfwXNK8KheZ/DkO/tlD3ndYBstLikXHfxwcodx/HibTWLH7jIslGXeMuZPj4YtmcRzrcGHTQZyGR17HaXldRpJp4rQBvAmWZSXki21HuMV1sSBYxCXxiZNOHSdtmFKQyRfMhqkkgba6QJkcPn16ZYewHbdZBwtsYxHkyXKiOnjdWD8+Ip+fEOczT+rFwpsGxN2J9YbHCfKLtfWoCDQfASWoFbQhO9grCS4CDKUdYfgKskdhR8SwNNN8/689E81rjIaO0FHtZ+lLygbdM5bBspJCm1LUBfonjIslTSctDOlQTvIFsFfeVZxX8fEqzWQZyJ8vtt1P1oHnAYY6EXcxqZ92HYDskjKpw3yS8bhOvWlgOsShLY8OjoZL5olxFBYgfAyHkW3MO9aPj0HOw7+IO4v1hsd9lq2iCLQRASWoBrVq179/YqIPDY7ICeaf4w5dOykAoftNQ0Dr23YElKAa1cLmbMJczlP1cFc9uiOfiNdLRUARUAQai4ASVIOaDt5TkDD31ErIeYrMIaeErp4qAoqAItA4BNpMUI1rjCKDMZQXGJFXXARwHBxtw3NScioCTeMVAUWgsQj8LwAAAP//J1UC6QAAAAZJREFUAwDm/ecZjT5Y4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9" name="Picture 28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219456"/>
            <a:ext cx="2386584" cy="758952"/>
          </a:xfrm>
          <a:prstGeom prst="rect">
            <a:avLst/>
          </a:prstGeom>
        </p:spPr>
      </p:pic>
      <p:pic>
        <p:nvPicPr>
          <p:cNvPr id="30" name="Picture 29" descr="ibm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2" y="509969"/>
            <a:ext cx="1344168" cy="43186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088880" y="128016"/>
            <a:ext cx="2231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 smtClean="0">
                <a:latin typeface="Baskerville Old Face" pitchFamily="18" charset="0"/>
              </a:rPr>
              <a:t>In collaboration with</a:t>
            </a:r>
            <a:endParaRPr lang="en-US" sz="1100" b="1" dirty="0">
              <a:latin typeface="Baskerville Old Face" pitchFamily="18" charset="0"/>
            </a:endParaRPr>
          </a:p>
        </p:txBody>
      </p:sp>
      <p:sp>
        <p:nvSpPr>
          <p:cNvPr id="28" name="Google Shape;88;p13"/>
          <p:cNvSpPr txBox="1"/>
          <p:nvPr/>
        </p:nvSpPr>
        <p:spPr>
          <a:xfrm>
            <a:off x="539496" y="1529935"/>
            <a:ext cx="11073384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 smtClean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Challenges you faced ( What difficulties you face ? )</a:t>
            </a: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800" b="1" dirty="0" smtClean="0">
              <a:solidFill>
                <a:schemeClr val="tx1"/>
              </a:solidFill>
              <a:latin typeface="Poppins"/>
              <a:cs typeface="Poppins"/>
              <a:sym typeface="Poppins"/>
            </a:endParaRP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 smtClean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	</a:t>
            </a:r>
            <a:endParaRPr sz="80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9496" y="2468880"/>
            <a:ext cx="108082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 smtClean="0"/>
              <a:t>Increasing Cyber Attacks </a:t>
            </a:r>
            <a:r>
              <a:rPr lang="en-IN" sz="2400" dirty="0" smtClean="0"/>
              <a:t>: Cybercriminals </a:t>
            </a:r>
            <a:r>
              <a:rPr lang="en-IN" sz="2400" dirty="0" err="1" smtClean="0"/>
              <a:t>continously</a:t>
            </a:r>
            <a:r>
              <a:rPr lang="en-IN" sz="2400" dirty="0" smtClean="0"/>
              <a:t> develop new method 				  to attack individuals and organizations.</a:t>
            </a:r>
          </a:p>
          <a:p>
            <a:pPr>
              <a:lnSpc>
                <a:spcPct val="150000"/>
              </a:lnSpc>
            </a:pPr>
            <a:r>
              <a:rPr lang="en-IN" sz="2400" b="1" dirty="0" smtClean="0"/>
              <a:t>Lack of user awareness </a:t>
            </a:r>
            <a:r>
              <a:rPr lang="en-IN" sz="2400" dirty="0" smtClean="0"/>
              <a:t>	: Many people fall victim to scams because the are 				  </a:t>
            </a:r>
            <a:r>
              <a:rPr lang="en-IN" sz="2400" dirty="0" err="1" smtClean="0"/>
              <a:t>unawer</a:t>
            </a:r>
            <a:r>
              <a:rPr lang="en-IN" sz="2400" dirty="0" smtClean="0"/>
              <a:t> of online threats.</a:t>
            </a:r>
          </a:p>
          <a:p>
            <a:pPr>
              <a:lnSpc>
                <a:spcPct val="150000"/>
              </a:lnSpc>
            </a:pPr>
            <a:r>
              <a:rPr lang="en-IN" sz="2400" b="1" dirty="0" smtClean="0"/>
              <a:t>Weak Passwords </a:t>
            </a:r>
            <a:r>
              <a:rPr lang="en-IN" sz="2400" dirty="0" smtClean="0"/>
              <a:t>		: Many users still use simple or repeated 					  passwords, making accounts easier to hack. 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6"/>
          <p:cNvSpPr txBox="1"/>
          <p:nvPr/>
        </p:nvSpPr>
        <p:spPr>
          <a:xfrm>
            <a:off x="1809750" y="2519362"/>
            <a:ext cx="85725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"As communication technology becomes more sophisticated, our responsibility to safeguard digital transit increases. Security is not a static setup, but an ongoing process of active awareness and engineering rigor."</a:t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3643312" y="5043487"/>
            <a:ext cx="4905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— Electronics &amp; Communication Engineering Principle</a:t>
            </a:r>
            <a:endParaRPr/>
          </a:p>
        </p:txBody>
      </p:sp>
      <p:sp>
        <p:nvSpPr>
          <p:cNvPr id="322" name="Google Shape;322;p26"/>
          <p:cNvSpPr txBox="1"/>
          <p:nvPr/>
        </p:nvSpPr>
        <p:spPr>
          <a:xfrm>
            <a:off x="1428750" y="1995487"/>
            <a:ext cx="47625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5095875" y="476250"/>
            <a:ext cx="210026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324" name="Google Shape;324;p26"/>
          <p:cNvSpPr/>
          <p:nvPr/>
        </p:nvSpPr>
        <p:spPr>
          <a:xfrm>
            <a:off x="5095875" y="1095375"/>
            <a:ext cx="200025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7"/>
          <p:cNvSpPr txBox="1"/>
          <p:nvPr/>
        </p:nvSpPr>
        <p:spPr>
          <a:xfrm>
            <a:off x="3090672" y="2804862"/>
            <a:ext cx="565099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Thank You!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564</Words>
  <PresentationFormat>Custom</PresentationFormat>
  <Paragraphs>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Poppins</vt:lpstr>
      <vt:lpstr>Calibri</vt:lpstr>
      <vt:lpstr>Baskerville Old Face</vt:lpstr>
      <vt:lpstr>Inter</vt:lpstr>
      <vt:lpstr>Inter SemiBold</vt:lpstr>
      <vt:lpstr>Inter Medium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Forever</dc:creator>
  <cp:lastModifiedBy>Forever</cp:lastModifiedBy>
  <cp:revision>33</cp:revision>
  <dcterms:modified xsi:type="dcterms:W3CDTF">2026-06-26T09:21:26Z</dcterms:modified>
</cp:coreProperties>
</file>